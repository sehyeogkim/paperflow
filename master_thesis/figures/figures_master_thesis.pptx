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62" r:id="rId2"/>
    <p:sldId id="274" r:id="rId3"/>
    <p:sldId id="277" r:id="rId4"/>
    <p:sldId id="279" r:id="rId5"/>
    <p:sldId id="261" r:id="rId6"/>
    <p:sldId id="263" r:id="rId7"/>
    <p:sldId id="264" r:id="rId8"/>
    <p:sldId id="280" r:id="rId9"/>
    <p:sldId id="313" r:id="rId10"/>
    <p:sldId id="266" r:id="rId11"/>
    <p:sldId id="265" r:id="rId12"/>
    <p:sldId id="283" r:id="rId13"/>
    <p:sldId id="311" r:id="rId14"/>
    <p:sldId id="312" r:id="rId15"/>
    <p:sldId id="267" r:id="rId16"/>
    <p:sldId id="281" r:id="rId1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A20BE39-142E-4C28-A68F-AD20901CA2E1}">
          <p14:sldIdLst>
            <p14:sldId id="262"/>
            <p14:sldId id="274"/>
            <p14:sldId id="277"/>
            <p14:sldId id="279"/>
            <p14:sldId id="261"/>
            <p14:sldId id="263"/>
            <p14:sldId id="264"/>
            <p14:sldId id="280"/>
            <p14:sldId id="313"/>
            <p14:sldId id="266"/>
            <p14:sldId id="265"/>
            <p14:sldId id="283"/>
            <p14:sldId id="311"/>
            <p14:sldId id="312"/>
            <p14:sldId id="267"/>
            <p14:sldId id="281"/>
          </p14:sldIdLst>
        </p14:section>
        <p14:section name="Extra" id="{58B2DDE8-98D9-44C4-97BE-D70C541E3B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3E6"/>
    <a:srgbClr val="E45A5A"/>
    <a:srgbClr val="E3E2E2"/>
    <a:srgbClr val="AC0000"/>
    <a:srgbClr val="F1F0F0"/>
    <a:srgbClr val="FF8B8B"/>
    <a:srgbClr val="FF5050"/>
    <a:srgbClr val="FF6D6D"/>
    <a:srgbClr val="EDCCC9"/>
    <a:srgbClr val="F9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68" autoAdjust="0"/>
    <p:restoredTop sz="85922" autoAdjust="0"/>
  </p:normalViewPr>
  <p:slideViewPr>
    <p:cSldViewPr snapToGrid="0">
      <p:cViewPr>
        <p:scale>
          <a:sx n="150" d="100"/>
          <a:sy n="150" d="100"/>
        </p:scale>
        <p:origin x="3480" y="-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case1_Ideal_coronaryartery_pressure_inl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AAA_inlet_flowrate_revised_041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450099953442557"/>
          <c:y val="9.9410062594419993E-2"/>
          <c:w val="0.63676007167359494"/>
          <c:h val="0.70992526415854118"/>
        </c:manualLayout>
      </c:layout>
      <c:scatterChart>
        <c:scatterStyle val="smoothMarker"/>
        <c:varyColors val="0"/>
        <c:ser>
          <c:idx val="0"/>
          <c:order val="0"/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Sheet1!$A$2:$A$1002</c:f>
              <c:numCache>
                <c:formatCode>General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xVal>
          <c:yVal>
            <c:numRef>
              <c:f>Sheet1!$F$2:$F$1002</c:f>
              <c:numCache>
                <c:formatCode>General</c:formatCode>
                <c:ptCount val="1001"/>
                <c:pt idx="0">
                  <c:v>80.220004726181543</c:v>
                </c:pt>
                <c:pt idx="1">
                  <c:v>80.205282220555134</c:v>
                </c:pt>
                <c:pt idx="2">
                  <c:v>80.190559714928725</c:v>
                </c:pt>
                <c:pt idx="3">
                  <c:v>80.175837284321076</c:v>
                </c:pt>
                <c:pt idx="4">
                  <c:v>80.161114778694682</c:v>
                </c:pt>
                <c:pt idx="5">
                  <c:v>80.146392273068273</c:v>
                </c:pt>
                <c:pt idx="6">
                  <c:v>80.131669767441849</c:v>
                </c:pt>
                <c:pt idx="7">
                  <c:v>80.116947261815454</c:v>
                </c:pt>
                <c:pt idx="8">
                  <c:v>80.102224831207806</c:v>
                </c:pt>
                <c:pt idx="9">
                  <c:v>80.087502325581397</c:v>
                </c:pt>
                <c:pt idx="10">
                  <c:v>80.072779819954988</c:v>
                </c:pt>
                <c:pt idx="11">
                  <c:v>80.067122280570146</c:v>
                </c:pt>
                <c:pt idx="12">
                  <c:v>80.061464666166543</c:v>
                </c:pt>
                <c:pt idx="13">
                  <c:v>80.055807126781701</c:v>
                </c:pt>
                <c:pt idx="14">
                  <c:v>80.050149512378098</c:v>
                </c:pt>
                <c:pt idx="15">
                  <c:v>80.044491972993242</c:v>
                </c:pt>
                <c:pt idx="16">
                  <c:v>80.038834358589639</c:v>
                </c:pt>
                <c:pt idx="17">
                  <c:v>80.033176819204812</c:v>
                </c:pt>
                <c:pt idx="18">
                  <c:v>80.027519204801195</c:v>
                </c:pt>
                <c:pt idx="19">
                  <c:v>80.021861665416353</c:v>
                </c:pt>
                <c:pt idx="20">
                  <c:v>80.016204051012764</c:v>
                </c:pt>
                <c:pt idx="21">
                  <c:v>80.023034733683417</c:v>
                </c:pt>
                <c:pt idx="22">
                  <c:v>80.029865491372846</c:v>
                </c:pt>
                <c:pt idx="23">
                  <c:v>80.036696174043513</c:v>
                </c:pt>
                <c:pt idx="24">
                  <c:v>80.043526931732927</c:v>
                </c:pt>
                <c:pt idx="25">
                  <c:v>80.050357614403595</c:v>
                </c:pt>
                <c:pt idx="26">
                  <c:v>80.057188297074276</c:v>
                </c:pt>
                <c:pt idx="27">
                  <c:v>80.064019054763691</c:v>
                </c:pt>
                <c:pt idx="28">
                  <c:v>80.070849737434358</c:v>
                </c:pt>
                <c:pt idx="29">
                  <c:v>80.077680495123786</c:v>
                </c:pt>
                <c:pt idx="30">
                  <c:v>80.08451117779444</c:v>
                </c:pt>
                <c:pt idx="31">
                  <c:v>80.109208927231819</c:v>
                </c:pt>
                <c:pt idx="32">
                  <c:v>80.13390667666917</c:v>
                </c:pt>
                <c:pt idx="33">
                  <c:v>80.158604426106521</c:v>
                </c:pt>
                <c:pt idx="34">
                  <c:v>80.183302175543886</c:v>
                </c:pt>
                <c:pt idx="35">
                  <c:v>80.207999999999998</c:v>
                </c:pt>
                <c:pt idx="36">
                  <c:v>80.232697749437364</c:v>
                </c:pt>
                <c:pt idx="37">
                  <c:v>80.257395498874715</c:v>
                </c:pt>
                <c:pt idx="38">
                  <c:v>80.28209324831208</c:v>
                </c:pt>
                <c:pt idx="39">
                  <c:v>80.306790997749431</c:v>
                </c:pt>
                <c:pt idx="40">
                  <c:v>80.331488747186796</c:v>
                </c:pt>
                <c:pt idx="41">
                  <c:v>80.37993600900225</c:v>
                </c:pt>
                <c:pt idx="42">
                  <c:v>80.428383270817704</c:v>
                </c:pt>
                <c:pt idx="43">
                  <c:v>80.476830532633159</c:v>
                </c:pt>
                <c:pt idx="44">
                  <c:v>80.525277869467359</c:v>
                </c:pt>
                <c:pt idx="45">
                  <c:v>80.573725131282814</c:v>
                </c:pt>
                <c:pt idx="46">
                  <c:v>80.622172393098282</c:v>
                </c:pt>
                <c:pt idx="47">
                  <c:v>80.670619654913736</c:v>
                </c:pt>
                <c:pt idx="48">
                  <c:v>80.719066916729176</c:v>
                </c:pt>
                <c:pt idx="49">
                  <c:v>80.76751417854463</c:v>
                </c:pt>
                <c:pt idx="50">
                  <c:v>80.815961440360098</c:v>
                </c:pt>
                <c:pt idx="51">
                  <c:v>80.895337809452357</c:v>
                </c:pt>
                <c:pt idx="52">
                  <c:v>80.974714103525884</c:v>
                </c:pt>
                <c:pt idx="53">
                  <c:v>81.054090472618157</c:v>
                </c:pt>
                <c:pt idx="54">
                  <c:v>81.13346684171043</c:v>
                </c:pt>
                <c:pt idx="55">
                  <c:v>81.212843135783942</c:v>
                </c:pt>
                <c:pt idx="56">
                  <c:v>81.292219504876229</c:v>
                </c:pt>
                <c:pt idx="57">
                  <c:v>81.371595798949727</c:v>
                </c:pt>
                <c:pt idx="58">
                  <c:v>81.450972168042014</c:v>
                </c:pt>
                <c:pt idx="59">
                  <c:v>81.530348537134287</c:v>
                </c:pt>
                <c:pt idx="60">
                  <c:v>81.609724831207799</c:v>
                </c:pt>
                <c:pt idx="61">
                  <c:v>81.722557839459867</c:v>
                </c:pt>
                <c:pt idx="62">
                  <c:v>81.835390922730681</c:v>
                </c:pt>
                <c:pt idx="63">
                  <c:v>81.948223930982749</c:v>
                </c:pt>
                <c:pt idx="64">
                  <c:v>82.061056939234817</c:v>
                </c:pt>
                <c:pt idx="65">
                  <c:v>82.173890022505631</c:v>
                </c:pt>
                <c:pt idx="66">
                  <c:v>82.286723030757685</c:v>
                </c:pt>
                <c:pt idx="67">
                  <c:v>82.399556039009752</c:v>
                </c:pt>
                <c:pt idx="68">
                  <c:v>82.512389047261806</c:v>
                </c:pt>
                <c:pt idx="69">
                  <c:v>82.625222130532634</c:v>
                </c:pt>
                <c:pt idx="70">
                  <c:v>82.738055138784702</c:v>
                </c:pt>
                <c:pt idx="71">
                  <c:v>82.888250937734426</c:v>
                </c:pt>
                <c:pt idx="72">
                  <c:v>83.038446661665418</c:v>
                </c:pt>
                <c:pt idx="73">
                  <c:v>83.188642460615156</c:v>
                </c:pt>
                <c:pt idx="74">
                  <c:v>83.338838184546134</c:v>
                </c:pt>
                <c:pt idx="75">
                  <c:v>83.489033983495872</c:v>
                </c:pt>
                <c:pt idx="76">
                  <c:v>83.639229782445611</c:v>
                </c:pt>
                <c:pt idx="77">
                  <c:v>83.789425506376588</c:v>
                </c:pt>
                <c:pt idx="78">
                  <c:v>83.939621305326327</c:v>
                </c:pt>
                <c:pt idx="79">
                  <c:v>84.089817029257318</c:v>
                </c:pt>
                <c:pt idx="80">
                  <c:v>84.240012828207043</c:v>
                </c:pt>
                <c:pt idx="81">
                  <c:v>84.429907501875462</c:v>
                </c:pt>
                <c:pt idx="82">
                  <c:v>84.619802250562643</c:v>
                </c:pt>
                <c:pt idx="83">
                  <c:v>84.809696924231062</c:v>
                </c:pt>
                <c:pt idx="84">
                  <c:v>84.999591597899482</c:v>
                </c:pt>
                <c:pt idx="85">
                  <c:v>85.189486346586648</c:v>
                </c:pt>
                <c:pt idx="86">
                  <c:v>85.379381020255067</c:v>
                </c:pt>
                <c:pt idx="87">
                  <c:v>85.569275693923487</c:v>
                </c:pt>
                <c:pt idx="88">
                  <c:v>85.759170442610653</c:v>
                </c:pt>
                <c:pt idx="89">
                  <c:v>85.949065116279073</c:v>
                </c:pt>
                <c:pt idx="90">
                  <c:v>86.138959789947478</c:v>
                </c:pt>
                <c:pt idx="91">
                  <c:v>86.36157689422356</c:v>
                </c:pt>
                <c:pt idx="92">
                  <c:v>86.584194073518375</c:v>
                </c:pt>
                <c:pt idx="93">
                  <c:v>86.806811177794458</c:v>
                </c:pt>
                <c:pt idx="94">
                  <c:v>87.029428282070512</c:v>
                </c:pt>
                <c:pt idx="95">
                  <c:v>87.252045386346595</c:v>
                </c:pt>
                <c:pt idx="96">
                  <c:v>87.474662490622649</c:v>
                </c:pt>
                <c:pt idx="97">
                  <c:v>87.697279669917478</c:v>
                </c:pt>
                <c:pt idx="98">
                  <c:v>87.919896774193546</c:v>
                </c:pt>
                <c:pt idx="99">
                  <c:v>88.142513878469614</c:v>
                </c:pt>
                <c:pt idx="100">
                  <c:v>88.365130982745683</c:v>
                </c:pt>
                <c:pt idx="101">
                  <c:v>88.616471417854456</c:v>
                </c:pt>
                <c:pt idx="102">
                  <c:v>88.867811927982004</c:v>
                </c:pt>
                <c:pt idx="103">
                  <c:v>89.119152363090777</c:v>
                </c:pt>
                <c:pt idx="104">
                  <c:v>89.37049279819955</c:v>
                </c:pt>
                <c:pt idx="105">
                  <c:v>89.621833233308323</c:v>
                </c:pt>
                <c:pt idx="106">
                  <c:v>89.873173668417095</c:v>
                </c:pt>
                <c:pt idx="107">
                  <c:v>90.124514103525883</c:v>
                </c:pt>
                <c:pt idx="108">
                  <c:v>90.375854538634655</c:v>
                </c:pt>
                <c:pt idx="109">
                  <c:v>90.627195048762189</c:v>
                </c:pt>
                <c:pt idx="110">
                  <c:v>90.878535483870962</c:v>
                </c:pt>
                <c:pt idx="111">
                  <c:v>91.15041635408852</c:v>
                </c:pt>
                <c:pt idx="112">
                  <c:v>91.422297299324839</c:v>
                </c:pt>
                <c:pt idx="113">
                  <c:v>91.694178169542383</c:v>
                </c:pt>
                <c:pt idx="114">
                  <c:v>91.966059114778702</c:v>
                </c:pt>
                <c:pt idx="115">
                  <c:v>92.237939984996245</c:v>
                </c:pt>
                <c:pt idx="116">
                  <c:v>92.509820930232564</c:v>
                </c:pt>
                <c:pt idx="117">
                  <c:v>92.781701800450108</c:v>
                </c:pt>
                <c:pt idx="118">
                  <c:v>93.053582745686413</c:v>
                </c:pt>
                <c:pt idx="119">
                  <c:v>93.325463615903971</c:v>
                </c:pt>
                <c:pt idx="120">
                  <c:v>93.597344561140275</c:v>
                </c:pt>
                <c:pt idx="121">
                  <c:v>93.882749962490621</c:v>
                </c:pt>
                <c:pt idx="122">
                  <c:v>94.168155438859714</c:v>
                </c:pt>
                <c:pt idx="123">
                  <c:v>94.453560915228806</c:v>
                </c:pt>
                <c:pt idx="124">
                  <c:v>94.738966316579152</c:v>
                </c:pt>
                <c:pt idx="125">
                  <c:v>95.02437179294823</c:v>
                </c:pt>
                <c:pt idx="126">
                  <c:v>95.309777194298576</c:v>
                </c:pt>
                <c:pt idx="127">
                  <c:v>95.595182670667668</c:v>
                </c:pt>
                <c:pt idx="128">
                  <c:v>95.880588147036761</c:v>
                </c:pt>
                <c:pt idx="129">
                  <c:v>96.165993548387107</c:v>
                </c:pt>
                <c:pt idx="130">
                  <c:v>96.451399024756199</c:v>
                </c:pt>
                <c:pt idx="131">
                  <c:v>96.735060315078769</c:v>
                </c:pt>
                <c:pt idx="132">
                  <c:v>97.018721530382592</c:v>
                </c:pt>
                <c:pt idx="133">
                  <c:v>97.302382820705176</c:v>
                </c:pt>
                <c:pt idx="134">
                  <c:v>97.586044111027761</c:v>
                </c:pt>
                <c:pt idx="135">
                  <c:v>97.869705326331584</c:v>
                </c:pt>
                <c:pt idx="136">
                  <c:v>98.153366616654154</c:v>
                </c:pt>
                <c:pt idx="137">
                  <c:v>98.437027906976738</c:v>
                </c:pt>
                <c:pt idx="138">
                  <c:v>98.720689197299322</c:v>
                </c:pt>
                <c:pt idx="139">
                  <c:v>99.004350412603159</c:v>
                </c:pt>
                <c:pt idx="140">
                  <c:v>99.288011702925729</c:v>
                </c:pt>
                <c:pt idx="141">
                  <c:v>99.563146886721682</c:v>
                </c:pt>
                <c:pt idx="142">
                  <c:v>99.838281995498861</c:v>
                </c:pt>
                <c:pt idx="143">
                  <c:v>100.11341717929483</c:v>
                </c:pt>
                <c:pt idx="144">
                  <c:v>100.38855228807202</c:v>
                </c:pt>
                <c:pt idx="145">
                  <c:v>100.66368747186796</c:v>
                </c:pt>
                <c:pt idx="146">
                  <c:v>100.93882258064517</c:v>
                </c:pt>
                <c:pt idx="147">
                  <c:v>101.2139577644411</c:v>
                </c:pt>
                <c:pt idx="148">
                  <c:v>101.48909287321831</c:v>
                </c:pt>
                <c:pt idx="149">
                  <c:v>101.76422805701424</c:v>
                </c:pt>
                <c:pt idx="150">
                  <c:v>102.03936316579144</c:v>
                </c:pt>
                <c:pt idx="151">
                  <c:v>102.30050825206303</c:v>
                </c:pt>
                <c:pt idx="152">
                  <c:v>102.56165333833458</c:v>
                </c:pt>
                <c:pt idx="153">
                  <c:v>102.82279849962491</c:v>
                </c:pt>
                <c:pt idx="154">
                  <c:v>103.08394358589646</c:v>
                </c:pt>
                <c:pt idx="155">
                  <c:v>103.34508867216805</c:v>
                </c:pt>
                <c:pt idx="156">
                  <c:v>103.6062337584396</c:v>
                </c:pt>
                <c:pt idx="157">
                  <c:v>103.86737884471117</c:v>
                </c:pt>
                <c:pt idx="158">
                  <c:v>104.12852393098275</c:v>
                </c:pt>
                <c:pt idx="159">
                  <c:v>104.38966901725431</c:v>
                </c:pt>
                <c:pt idx="160">
                  <c:v>104.65081417854462</c:v>
                </c:pt>
                <c:pt idx="161">
                  <c:v>104.88890112528132</c:v>
                </c:pt>
                <c:pt idx="162">
                  <c:v>105.12698807201801</c:v>
                </c:pt>
                <c:pt idx="163">
                  <c:v>105.36507501875468</c:v>
                </c:pt>
                <c:pt idx="164">
                  <c:v>105.60316196549138</c:v>
                </c:pt>
                <c:pt idx="165">
                  <c:v>105.84124891222805</c:v>
                </c:pt>
                <c:pt idx="166">
                  <c:v>106.07933585896474</c:v>
                </c:pt>
                <c:pt idx="167">
                  <c:v>106.31742280570143</c:v>
                </c:pt>
                <c:pt idx="168">
                  <c:v>106.55550975243811</c:v>
                </c:pt>
                <c:pt idx="169">
                  <c:v>106.79359669917478</c:v>
                </c:pt>
                <c:pt idx="170">
                  <c:v>107.03168364591149</c:v>
                </c:pt>
                <c:pt idx="171">
                  <c:v>107.24634928732183</c:v>
                </c:pt>
                <c:pt idx="172">
                  <c:v>107.46101485371342</c:v>
                </c:pt>
                <c:pt idx="173">
                  <c:v>107.67568042010502</c:v>
                </c:pt>
                <c:pt idx="174">
                  <c:v>107.89034606151537</c:v>
                </c:pt>
                <c:pt idx="175">
                  <c:v>108.10501162790698</c:v>
                </c:pt>
                <c:pt idx="176">
                  <c:v>108.31967719429856</c:v>
                </c:pt>
                <c:pt idx="177">
                  <c:v>108.53434276069018</c:v>
                </c:pt>
                <c:pt idx="178">
                  <c:v>108.74900840210051</c:v>
                </c:pt>
                <c:pt idx="179">
                  <c:v>108.96367396849213</c:v>
                </c:pt>
                <c:pt idx="180">
                  <c:v>109.17833953488372</c:v>
                </c:pt>
                <c:pt idx="181">
                  <c:v>109.37024081020255</c:v>
                </c:pt>
                <c:pt idx="182">
                  <c:v>109.56214208552139</c:v>
                </c:pt>
                <c:pt idx="183">
                  <c:v>109.75404336084021</c:v>
                </c:pt>
                <c:pt idx="184">
                  <c:v>109.94594463615904</c:v>
                </c:pt>
                <c:pt idx="185">
                  <c:v>110.13784591147787</c:v>
                </c:pt>
                <c:pt idx="186">
                  <c:v>110.32974718679671</c:v>
                </c:pt>
                <c:pt idx="187">
                  <c:v>110.52164846211554</c:v>
                </c:pt>
                <c:pt idx="188">
                  <c:v>110.71354973743436</c:v>
                </c:pt>
                <c:pt idx="189">
                  <c:v>110.90545101275319</c:v>
                </c:pt>
                <c:pt idx="190">
                  <c:v>111.09735228807202</c:v>
                </c:pt>
                <c:pt idx="191">
                  <c:v>111.26629317329332</c:v>
                </c:pt>
                <c:pt idx="192">
                  <c:v>111.43523405851462</c:v>
                </c:pt>
                <c:pt idx="193">
                  <c:v>111.60417494373593</c:v>
                </c:pt>
                <c:pt idx="194">
                  <c:v>111.77311582895724</c:v>
                </c:pt>
                <c:pt idx="195">
                  <c:v>111.94205671417855</c:v>
                </c:pt>
                <c:pt idx="196">
                  <c:v>112.11099759939985</c:v>
                </c:pt>
                <c:pt idx="197">
                  <c:v>112.27993840960239</c:v>
                </c:pt>
                <c:pt idx="198">
                  <c:v>112.44887929482371</c:v>
                </c:pt>
                <c:pt idx="199">
                  <c:v>112.617820180045</c:v>
                </c:pt>
                <c:pt idx="200">
                  <c:v>112.78676106526632</c:v>
                </c:pt>
                <c:pt idx="201">
                  <c:v>112.93636241560391</c:v>
                </c:pt>
                <c:pt idx="202">
                  <c:v>113.0859637659415</c:v>
                </c:pt>
                <c:pt idx="203">
                  <c:v>113.23556504126033</c:v>
                </c:pt>
                <c:pt idx="204">
                  <c:v>113.38516639159789</c:v>
                </c:pt>
                <c:pt idx="205">
                  <c:v>113.53476774193548</c:v>
                </c:pt>
                <c:pt idx="206">
                  <c:v>113.68436909227306</c:v>
                </c:pt>
                <c:pt idx="207">
                  <c:v>113.83397036759189</c:v>
                </c:pt>
                <c:pt idx="208">
                  <c:v>113.98357171792948</c:v>
                </c:pt>
                <c:pt idx="209">
                  <c:v>114.13317306826707</c:v>
                </c:pt>
                <c:pt idx="210">
                  <c:v>114.28277441860466</c:v>
                </c:pt>
                <c:pt idx="211">
                  <c:v>114.41548477119279</c:v>
                </c:pt>
                <c:pt idx="212">
                  <c:v>114.54819512378096</c:v>
                </c:pt>
                <c:pt idx="213">
                  <c:v>114.68090547636909</c:v>
                </c:pt>
                <c:pt idx="214">
                  <c:v>114.81361582895725</c:v>
                </c:pt>
                <c:pt idx="215">
                  <c:v>114.94632618154539</c:v>
                </c:pt>
                <c:pt idx="216">
                  <c:v>115.07903653413352</c:v>
                </c:pt>
                <c:pt idx="217">
                  <c:v>115.21174688672168</c:v>
                </c:pt>
                <c:pt idx="218">
                  <c:v>115.34445723930982</c:v>
                </c:pt>
                <c:pt idx="219">
                  <c:v>115.47716759189798</c:v>
                </c:pt>
                <c:pt idx="220">
                  <c:v>115.60987794448612</c:v>
                </c:pt>
                <c:pt idx="221">
                  <c:v>115.72743863465865</c:v>
                </c:pt>
                <c:pt idx="222">
                  <c:v>115.84499924981245</c:v>
                </c:pt>
                <c:pt idx="223">
                  <c:v>115.96255986496624</c:v>
                </c:pt>
                <c:pt idx="224">
                  <c:v>116.08012048012002</c:v>
                </c:pt>
                <c:pt idx="225">
                  <c:v>116.19768109527381</c:v>
                </c:pt>
                <c:pt idx="226">
                  <c:v>116.31524178544635</c:v>
                </c:pt>
                <c:pt idx="227">
                  <c:v>116.43280240060014</c:v>
                </c:pt>
                <c:pt idx="228">
                  <c:v>116.55036301575393</c:v>
                </c:pt>
                <c:pt idx="229">
                  <c:v>116.66792363090774</c:v>
                </c:pt>
                <c:pt idx="230">
                  <c:v>116.78548424606153</c:v>
                </c:pt>
                <c:pt idx="231">
                  <c:v>116.88825423855964</c:v>
                </c:pt>
                <c:pt idx="232">
                  <c:v>116.99102415603902</c:v>
                </c:pt>
                <c:pt idx="233">
                  <c:v>117.09379414853713</c:v>
                </c:pt>
                <c:pt idx="234">
                  <c:v>117.19656406601652</c:v>
                </c:pt>
                <c:pt idx="235">
                  <c:v>117.29933405851463</c:v>
                </c:pt>
                <c:pt idx="236">
                  <c:v>117.40210397599398</c:v>
                </c:pt>
                <c:pt idx="237">
                  <c:v>117.50487389347337</c:v>
                </c:pt>
                <c:pt idx="238">
                  <c:v>117.60764388597148</c:v>
                </c:pt>
                <c:pt idx="239">
                  <c:v>117.71041380345086</c:v>
                </c:pt>
                <c:pt idx="240">
                  <c:v>117.81318379594897</c:v>
                </c:pt>
                <c:pt idx="241">
                  <c:v>117.90010082520629</c:v>
                </c:pt>
                <c:pt idx="242">
                  <c:v>117.98701792948238</c:v>
                </c:pt>
                <c:pt idx="243">
                  <c:v>118.07393495873968</c:v>
                </c:pt>
                <c:pt idx="244">
                  <c:v>118.16085206301574</c:v>
                </c:pt>
                <c:pt idx="245">
                  <c:v>118.24776909227306</c:v>
                </c:pt>
                <c:pt idx="246">
                  <c:v>118.33468619654914</c:v>
                </c:pt>
                <c:pt idx="247">
                  <c:v>118.42160322580646</c:v>
                </c:pt>
                <c:pt idx="248">
                  <c:v>118.50852033008252</c:v>
                </c:pt>
                <c:pt idx="249">
                  <c:v>118.59543735933983</c:v>
                </c:pt>
                <c:pt idx="250">
                  <c:v>118.68235446361591</c:v>
                </c:pt>
                <c:pt idx="251">
                  <c:v>118.75014366091521</c:v>
                </c:pt>
                <c:pt idx="252">
                  <c:v>118.81793293323331</c:v>
                </c:pt>
                <c:pt idx="253">
                  <c:v>118.88572220555137</c:v>
                </c:pt>
                <c:pt idx="254">
                  <c:v>118.95351140285071</c:v>
                </c:pt>
                <c:pt idx="255">
                  <c:v>119.02130067516879</c:v>
                </c:pt>
                <c:pt idx="256">
                  <c:v>119.08908987246812</c:v>
                </c:pt>
                <c:pt idx="257">
                  <c:v>119.15687914478619</c:v>
                </c:pt>
                <c:pt idx="258">
                  <c:v>119.22466841710428</c:v>
                </c:pt>
                <c:pt idx="259">
                  <c:v>119.29245761440359</c:v>
                </c:pt>
                <c:pt idx="260">
                  <c:v>119.36024688672168</c:v>
                </c:pt>
                <c:pt idx="261">
                  <c:v>119.40625686421605</c:v>
                </c:pt>
                <c:pt idx="262">
                  <c:v>119.45226684171043</c:v>
                </c:pt>
                <c:pt idx="263">
                  <c:v>119.4982768192048</c:v>
                </c:pt>
                <c:pt idx="264">
                  <c:v>119.54428679669917</c:v>
                </c:pt>
                <c:pt idx="265">
                  <c:v>119.59029677419355</c:v>
                </c:pt>
                <c:pt idx="266">
                  <c:v>119.63630675168793</c:v>
                </c:pt>
                <c:pt idx="267">
                  <c:v>119.68231672918229</c:v>
                </c:pt>
                <c:pt idx="268">
                  <c:v>119.72832670667667</c:v>
                </c:pt>
                <c:pt idx="269">
                  <c:v>119.77433668417105</c:v>
                </c:pt>
                <c:pt idx="270">
                  <c:v>119.82034666166541</c:v>
                </c:pt>
                <c:pt idx="271">
                  <c:v>119.84024313578395</c:v>
                </c:pt>
                <c:pt idx="272">
                  <c:v>119.86013960990248</c:v>
                </c:pt>
                <c:pt idx="273">
                  <c:v>119.880036084021</c:v>
                </c:pt>
                <c:pt idx="274">
                  <c:v>119.89993255813953</c:v>
                </c:pt>
                <c:pt idx="275">
                  <c:v>119.91982903225805</c:v>
                </c:pt>
                <c:pt idx="276">
                  <c:v>119.93972558139534</c:v>
                </c:pt>
                <c:pt idx="277">
                  <c:v>119.95962205551388</c:v>
                </c:pt>
                <c:pt idx="278">
                  <c:v>119.97951852963241</c:v>
                </c:pt>
                <c:pt idx="279">
                  <c:v>119.99941500375094</c:v>
                </c:pt>
                <c:pt idx="280">
                  <c:v>120.01931147786948</c:v>
                </c:pt>
                <c:pt idx="281">
                  <c:v>120.00939279819954</c:v>
                </c:pt>
                <c:pt idx="282">
                  <c:v>119.99947404351087</c:v>
                </c:pt>
                <c:pt idx="283">
                  <c:v>119.98955536384096</c:v>
                </c:pt>
                <c:pt idx="284">
                  <c:v>119.97963668417103</c:v>
                </c:pt>
                <c:pt idx="285">
                  <c:v>119.96971800450112</c:v>
                </c:pt>
                <c:pt idx="286">
                  <c:v>119.95979932483121</c:v>
                </c:pt>
                <c:pt idx="287">
                  <c:v>119.94988057014254</c:v>
                </c:pt>
                <c:pt idx="288">
                  <c:v>119.93996189047262</c:v>
                </c:pt>
                <c:pt idx="289">
                  <c:v>119.93004321080271</c:v>
                </c:pt>
                <c:pt idx="290">
                  <c:v>119.9201245311328</c:v>
                </c:pt>
                <c:pt idx="291">
                  <c:v>119.87630450112528</c:v>
                </c:pt>
                <c:pt idx="292">
                  <c:v>119.83248439609903</c:v>
                </c:pt>
                <c:pt idx="293">
                  <c:v>119.78866436609151</c:v>
                </c:pt>
                <c:pt idx="294">
                  <c:v>119.74484433608403</c:v>
                </c:pt>
                <c:pt idx="295">
                  <c:v>119.7010243060765</c:v>
                </c:pt>
                <c:pt idx="296">
                  <c:v>119.65720420105026</c:v>
                </c:pt>
                <c:pt idx="297">
                  <c:v>119.61338417104277</c:v>
                </c:pt>
                <c:pt idx="298">
                  <c:v>119.56956414103526</c:v>
                </c:pt>
                <c:pt idx="299">
                  <c:v>119.52574411102776</c:v>
                </c:pt>
                <c:pt idx="300">
                  <c:v>119.48192408102025</c:v>
                </c:pt>
                <c:pt idx="301">
                  <c:v>119.40638739684921</c:v>
                </c:pt>
                <c:pt idx="302">
                  <c:v>119.33085078769693</c:v>
                </c:pt>
                <c:pt idx="303">
                  <c:v>119.25531417854464</c:v>
                </c:pt>
                <c:pt idx="304">
                  <c:v>119.17977756939236</c:v>
                </c:pt>
                <c:pt idx="305">
                  <c:v>119.10424088522132</c:v>
                </c:pt>
                <c:pt idx="306">
                  <c:v>119.02870427606902</c:v>
                </c:pt>
                <c:pt idx="307">
                  <c:v>118.95316766691674</c:v>
                </c:pt>
                <c:pt idx="308">
                  <c:v>118.87763105776443</c:v>
                </c:pt>
                <c:pt idx="309">
                  <c:v>118.80209444861215</c:v>
                </c:pt>
                <c:pt idx="310">
                  <c:v>118.72655776444113</c:v>
                </c:pt>
                <c:pt idx="311">
                  <c:v>118.61935356339086</c:v>
                </c:pt>
                <c:pt idx="312">
                  <c:v>118.51214936234059</c:v>
                </c:pt>
                <c:pt idx="313">
                  <c:v>118.40494516129033</c:v>
                </c:pt>
                <c:pt idx="314">
                  <c:v>118.29774088522132</c:v>
                </c:pt>
                <c:pt idx="315">
                  <c:v>118.19053668417105</c:v>
                </c:pt>
                <c:pt idx="316">
                  <c:v>118.08333248312078</c:v>
                </c:pt>
                <c:pt idx="317">
                  <c:v>117.97612820705176</c:v>
                </c:pt>
                <c:pt idx="318">
                  <c:v>117.86892400600149</c:v>
                </c:pt>
                <c:pt idx="319">
                  <c:v>117.76171980495124</c:v>
                </c:pt>
                <c:pt idx="320">
                  <c:v>117.65451560390098</c:v>
                </c:pt>
                <c:pt idx="321">
                  <c:v>117.51656451612904</c:v>
                </c:pt>
                <c:pt idx="322">
                  <c:v>117.37861350337585</c:v>
                </c:pt>
                <c:pt idx="323">
                  <c:v>117.24066241560391</c:v>
                </c:pt>
                <c:pt idx="324">
                  <c:v>117.10271140285072</c:v>
                </c:pt>
                <c:pt idx="325">
                  <c:v>116.96476031507876</c:v>
                </c:pt>
                <c:pt idx="326">
                  <c:v>116.82680930232559</c:v>
                </c:pt>
                <c:pt idx="327">
                  <c:v>116.68885821455363</c:v>
                </c:pt>
                <c:pt idx="328">
                  <c:v>116.55090720180046</c:v>
                </c:pt>
                <c:pt idx="329">
                  <c:v>116.4129561140285</c:v>
                </c:pt>
                <c:pt idx="330">
                  <c:v>116.27500510127533</c:v>
                </c:pt>
                <c:pt idx="331">
                  <c:v>116.11614283570891</c:v>
                </c:pt>
                <c:pt idx="332">
                  <c:v>115.95728057014253</c:v>
                </c:pt>
                <c:pt idx="333">
                  <c:v>115.79841830457615</c:v>
                </c:pt>
                <c:pt idx="334">
                  <c:v>115.63955603900975</c:v>
                </c:pt>
                <c:pt idx="335">
                  <c:v>115.48069384846212</c:v>
                </c:pt>
                <c:pt idx="336">
                  <c:v>115.32183158289574</c:v>
                </c:pt>
                <c:pt idx="337">
                  <c:v>115.16296931732933</c:v>
                </c:pt>
                <c:pt idx="338">
                  <c:v>115.00410705176293</c:v>
                </c:pt>
                <c:pt idx="339">
                  <c:v>114.84524478619655</c:v>
                </c:pt>
                <c:pt idx="340">
                  <c:v>114.68638259564892</c:v>
                </c:pt>
                <c:pt idx="341">
                  <c:v>114.51121260315078</c:v>
                </c:pt>
                <c:pt idx="342">
                  <c:v>114.33604261065265</c:v>
                </c:pt>
                <c:pt idx="343">
                  <c:v>114.1608726931733</c:v>
                </c:pt>
                <c:pt idx="344">
                  <c:v>113.98570270067516</c:v>
                </c:pt>
                <c:pt idx="345">
                  <c:v>113.81053270817705</c:v>
                </c:pt>
                <c:pt idx="346">
                  <c:v>113.63536279069767</c:v>
                </c:pt>
                <c:pt idx="347">
                  <c:v>113.46019279819956</c:v>
                </c:pt>
                <c:pt idx="348">
                  <c:v>113.28502280570142</c:v>
                </c:pt>
                <c:pt idx="349">
                  <c:v>113.10985288822206</c:v>
                </c:pt>
                <c:pt idx="350">
                  <c:v>112.93468289572392</c:v>
                </c:pt>
                <c:pt idx="351">
                  <c:v>112.75063383345837</c:v>
                </c:pt>
                <c:pt idx="352">
                  <c:v>112.56658477119281</c:v>
                </c:pt>
                <c:pt idx="353">
                  <c:v>112.38253570892722</c:v>
                </c:pt>
                <c:pt idx="354">
                  <c:v>112.19848664666166</c:v>
                </c:pt>
                <c:pt idx="355">
                  <c:v>112.01443758439611</c:v>
                </c:pt>
                <c:pt idx="356">
                  <c:v>111.83038852213052</c:v>
                </c:pt>
                <c:pt idx="357">
                  <c:v>111.64633938484621</c:v>
                </c:pt>
                <c:pt idx="358">
                  <c:v>111.46229032258066</c:v>
                </c:pt>
                <c:pt idx="359">
                  <c:v>111.27824126031507</c:v>
                </c:pt>
                <c:pt idx="360">
                  <c:v>111.09419219804951</c:v>
                </c:pt>
                <c:pt idx="361">
                  <c:v>110.90643000750187</c:v>
                </c:pt>
                <c:pt idx="362">
                  <c:v>110.71866781695424</c:v>
                </c:pt>
                <c:pt idx="363">
                  <c:v>110.53090555138785</c:v>
                </c:pt>
                <c:pt idx="364">
                  <c:v>110.34314336084022</c:v>
                </c:pt>
                <c:pt idx="365">
                  <c:v>110.15538117029257</c:v>
                </c:pt>
                <c:pt idx="366">
                  <c:v>109.96761897974493</c:v>
                </c:pt>
                <c:pt idx="367">
                  <c:v>109.7798567891973</c:v>
                </c:pt>
                <c:pt idx="368">
                  <c:v>109.59209452363091</c:v>
                </c:pt>
                <c:pt idx="369">
                  <c:v>109.40433233308327</c:v>
                </c:pt>
                <c:pt idx="370">
                  <c:v>109.21657014253563</c:v>
                </c:pt>
                <c:pt idx="371">
                  <c:v>109.03648342085522</c:v>
                </c:pt>
                <c:pt idx="372">
                  <c:v>108.85639677419354</c:v>
                </c:pt>
                <c:pt idx="373">
                  <c:v>108.67631005251312</c:v>
                </c:pt>
                <c:pt idx="374">
                  <c:v>108.49622340585147</c:v>
                </c:pt>
                <c:pt idx="375">
                  <c:v>108.31613668417106</c:v>
                </c:pt>
                <c:pt idx="376">
                  <c:v>108.13605003750938</c:v>
                </c:pt>
                <c:pt idx="377">
                  <c:v>107.95596331582897</c:v>
                </c:pt>
                <c:pt idx="378">
                  <c:v>107.77587666916729</c:v>
                </c:pt>
                <c:pt idx="379">
                  <c:v>107.59578994748686</c:v>
                </c:pt>
                <c:pt idx="380">
                  <c:v>107.41570330082521</c:v>
                </c:pt>
                <c:pt idx="381">
                  <c:v>107.2465470367592</c:v>
                </c:pt>
                <c:pt idx="382">
                  <c:v>107.07739077269318</c:v>
                </c:pt>
                <c:pt idx="383">
                  <c:v>106.90823458364592</c:v>
                </c:pt>
                <c:pt idx="384">
                  <c:v>106.7390783195799</c:v>
                </c:pt>
                <c:pt idx="385">
                  <c:v>106.56992213053262</c:v>
                </c:pt>
                <c:pt idx="386">
                  <c:v>106.4007658664666</c:v>
                </c:pt>
                <c:pt idx="387">
                  <c:v>106.23160967741934</c:v>
                </c:pt>
                <c:pt idx="388">
                  <c:v>106.06245341335332</c:v>
                </c:pt>
                <c:pt idx="389">
                  <c:v>105.89329714928732</c:v>
                </c:pt>
                <c:pt idx="390">
                  <c:v>105.72414096024005</c:v>
                </c:pt>
                <c:pt idx="391">
                  <c:v>105.56837186796699</c:v>
                </c:pt>
                <c:pt idx="392">
                  <c:v>105.41260285071269</c:v>
                </c:pt>
                <c:pt idx="393">
                  <c:v>105.2568337584396</c:v>
                </c:pt>
                <c:pt idx="394">
                  <c:v>105.10106466616654</c:v>
                </c:pt>
                <c:pt idx="395">
                  <c:v>104.94529564891224</c:v>
                </c:pt>
                <c:pt idx="396">
                  <c:v>104.78952655663916</c:v>
                </c:pt>
                <c:pt idx="397">
                  <c:v>104.63375753938485</c:v>
                </c:pt>
                <c:pt idx="398">
                  <c:v>104.47798844711177</c:v>
                </c:pt>
                <c:pt idx="399">
                  <c:v>104.32221935483871</c:v>
                </c:pt>
                <c:pt idx="400">
                  <c:v>104.16645033758441</c:v>
                </c:pt>
                <c:pt idx="401">
                  <c:v>104.02932835708926</c:v>
                </c:pt>
                <c:pt idx="402">
                  <c:v>103.89220637659415</c:v>
                </c:pt>
                <c:pt idx="403">
                  <c:v>103.75508447111778</c:v>
                </c:pt>
                <c:pt idx="404">
                  <c:v>103.61796249062266</c:v>
                </c:pt>
                <c:pt idx="405">
                  <c:v>103.48084051012754</c:v>
                </c:pt>
                <c:pt idx="406">
                  <c:v>103.34371860465116</c:v>
                </c:pt>
                <c:pt idx="407">
                  <c:v>103.20659662415603</c:v>
                </c:pt>
                <c:pt idx="408">
                  <c:v>103.06947464366091</c:v>
                </c:pt>
                <c:pt idx="409">
                  <c:v>102.93235273818455</c:v>
                </c:pt>
                <c:pt idx="410">
                  <c:v>102.79523075768941</c:v>
                </c:pt>
                <c:pt idx="411">
                  <c:v>102.67559099774945</c:v>
                </c:pt>
                <c:pt idx="412">
                  <c:v>102.55595123780947</c:v>
                </c:pt>
                <c:pt idx="413">
                  <c:v>102.43631147786948</c:v>
                </c:pt>
                <c:pt idx="414">
                  <c:v>102.31667171792949</c:v>
                </c:pt>
                <c:pt idx="415">
                  <c:v>102.19703195798951</c:v>
                </c:pt>
                <c:pt idx="416">
                  <c:v>102.07739219804952</c:v>
                </c:pt>
                <c:pt idx="417">
                  <c:v>101.95775243810954</c:v>
                </c:pt>
                <c:pt idx="418">
                  <c:v>101.83811267816955</c:v>
                </c:pt>
                <c:pt idx="419">
                  <c:v>101.71847291822957</c:v>
                </c:pt>
                <c:pt idx="420">
                  <c:v>101.59883315828958</c:v>
                </c:pt>
                <c:pt idx="421">
                  <c:v>101.49590847711929</c:v>
                </c:pt>
                <c:pt idx="422">
                  <c:v>101.39298372093023</c:v>
                </c:pt>
                <c:pt idx="423">
                  <c:v>101.29005903975994</c:v>
                </c:pt>
                <c:pt idx="424">
                  <c:v>101.18713435858963</c:v>
                </c:pt>
                <c:pt idx="425">
                  <c:v>101.08420960240061</c:v>
                </c:pt>
                <c:pt idx="426">
                  <c:v>100.98128492123031</c:v>
                </c:pt>
                <c:pt idx="427">
                  <c:v>100.87836016504126</c:v>
                </c:pt>
                <c:pt idx="428">
                  <c:v>100.77543548387096</c:v>
                </c:pt>
                <c:pt idx="429">
                  <c:v>100.67251080270067</c:v>
                </c:pt>
                <c:pt idx="430">
                  <c:v>100.56958604651163</c:v>
                </c:pt>
                <c:pt idx="431">
                  <c:v>100.48107299324832</c:v>
                </c:pt>
                <c:pt idx="432">
                  <c:v>100.39256001500375</c:v>
                </c:pt>
                <c:pt idx="433">
                  <c:v>100.30404696174043</c:v>
                </c:pt>
                <c:pt idx="434">
                  <c:v>100.21553390847711</c:v>
                </c:pt>
                <c:pt idx="435">
                  <c:v>100.12702085521381</c:v>
                </c:pt>
                <c:pt idx="436">
                  <c:v>100.03850780195049</c:v>
                </c:pt>
                <c:pt idx="437">
                  <c:v>99.94999474868716</c:v>
                </c:pt>
                <c:pt idx="438">
                  <c:v>99.861481695423848</c:v>
                </c:pt>
                <c:pt idx="439">
                  <c:v>99.772968642160549</c:v>
                </c:pt>
                <c:pt idx="440">
                  <c:v>99.684455588897222</c:v>
                </c:pt>
                <c:pt idx="441">
                  <c:v>99.609325056264069</c:v>
                </c:pt>
                <c:pt idx="442">
                  <c:v>99.534194523630902</c:v>
                </c:pt>
                <c:pt idx="443">
                  <c:v>99.459063990997734</c:v>
                </c:pt>
                <c:pt idx="444">
                  <c:v>99.383933458364595</c:v>
                </c:pt>
                <c:pt idx="445">
                  <c:v>99.308802925731442</c:v>
                </c:pt>
                <c:pt idx="446">
                  <c:v>99.233672393098274</c:v>
                </c:pt>
                <c:pt idx="447">
                  <c:v>99.158541860465107</c:v>
                </c:pt>
                <c:pt idx="448">
                  <c:v>99.083411327831953</c:v>
                </c:pt>
                <c:pt idx="449">
                  <c:v>99.008280795198786</c:v>
                </c:pt>
                <c:pt idx="450">
                  <c:v>98.933150187546886</c:v>
                </c:pt>
                <c:pt idx="451">
                  <c:v>98.868630082520625</c:v>
                </c:pt>
                <c:pt idx="452">
                  <c:v>98.804109902475616</c:v>
                </c:pt>
                <c:pt idx="453">
                  <c:v>98.739589722430608</c:v>
                </c:pt>
                <c:pt idx="454">
                  <c:v>98.6750695423856</c:v>
                </c:pt>
                <c:pt idx="455">
                  <c:v>98.610549362340592</c:v>
                </c:pt>
                <c:pt idx="456">
                  <c:v>98.546029257314316</c:v>
                </c:pt>
                <c:pt idx="457">
                  <c:v>98.481509077269308</c:v>
                </c:pt>
                <c:pt idx="458">
                  <c:v>98.4169888972243</c:v>
                </c:pt>
                <c:pt idx="459">
                  <c:v>98.352468717179292</c:v>
                </c:pt>
                <c:pt idx="460">
                  <c:v>98.287948612153045</c:v>
                </c:pt>
                <c:pt idx="461">
                  <c:v>98.232263390847706</c:v>
                </c:pt>
                <c:pt idx="462">
                  <c:v>98.176578169542381</c:v>
                </c:pt>
                <c:pt idx="463">
                  <c:v>98.120892948237056</c:v>
                </c:pt>
                <c:pt idx="464">
                  <c:v>98.065207726931732</c:v>
                </c:pt>
                <c:pt idx="465">
                  <c:v>98.009522505626407</c:v>
                </c:pt>
                <c:pt idx="466">
                  <c:v>97.953837359339843</c:v>
                </c:pt>
                <c:pt idx="467">
                  <c:v>97.898152138034504</c:v>
                </c:pt>
                <c:pt idx="468">
                  <c:v>97.842466916729194</c:v>
                </c:pt>
                <c:pt idx="469">
                  <c:v>97.786781695423855</c:v>
                </c:pt>
                <c:pt idx="470">
                  <c:v>97.73109647411853</c:v>
                </c:pt>
                <c:pt idx="471">
                  <c:v>97.683321980495123</c:v>
                </c:pt>
                <c:pt idx="472">
                  <c:v>97.635547486871715</c:v>
                </c:pt>
                <c:pt idx="473">
                  <c:v>97.587772918229561</c:v>
                </c:pt>
                <c:pt idx="474">
                  <c:v>97.539998424606154</c:v>
                </c:pt>
                <c:pt idx="475">
                  <c:v>97.492223930982746</c:v>
                </c:pt>
                <c:pt idx="476">
                  <c:v>97.444449362340592</c:v>
                </c:pt>
                <c:pt idx="477">
                  <c:v>97.396674868717184</c:v>
                </c:pt>
                <c:pt idx="478">
                  <c:v>97.348900375093777</c:v>
                </c:pt>
                <c:pt idx="479">
                  <c:v>97.301125806451608</c:v>
                </c:pt>
                <c:pt idx="480">
                  <c:v>97.253351312828215</c:v>
                </c:pt>
                <c:pt idx="481">
                  <c:v>97.212775318829699</c:v>
                </c:pt>
                <c:pt idx="482">
                  <c:v>97.172199324831212</c:v>
                </c:pt>
                <c:pt idx="483">
                  <c:v>97.131623405851457</c:v>
                </c:pt>
                <c:pt idx="484">
                  <c:v>97.091047411852969</c:v>
                </c:pt>
                <c:pt idx="485">
                  <c:v>97.050471417854467</c:v>
                </c:pt>
                <c:pt idx="486">
                  <c:v>97.009895423855966</c:v>
                </c:pt>
                <c:pt idx="487">
                  <c:v>96.969319429857464</c:v>
                </c:pt>
                <c:pt idx="488">
                  <c:v>96.928743435858962</c:v>
                </c:pt>
                <c:pt idx="489">
                  <c:v>96.888167441860475</c:v>
                </c:pt>
                <c:pt idx="490">
                  <c:v>96.847591447861959</c:v>
                </c:pt>
                <c:pt idx="491">
                  <c:v>96.814344936234065</c:v>
                </c:pt>
                <c:pt idx="492">
                  <c:v>96.781098349587396</c:v>
                </c:pt>
                <c:pt idx="493">
                  <c:v>96.747851762940741</c:v>
                </c:pt>
                <c:pt idx="494">
                  <c:v>96.714605251312818</c:v>
                </c:pt>
                <c:pt idx="495">
                  <c:v>96.681358664666163</c:v>
                </c:pt>
                <c:pt idx="496">
                  <c:v>96.648112078019494</c:v>
                </c:pt>
                <c:pt idx="497">
                  <c:v>96.6148655663916</c:v>
                </c:pt>
                <c:pt idx="498">
                  <c:v>96.581618979744931</c:v>
                </c:pt>
                <c:pt idx="499">
                  <c:v>96.548372393098276</c:v>
                </c:pt>
                <c:pt idx="500">
                  <c:v>96.515125881470368</c:v>
                </c:pt>
                <c:pt idx="501">
                  <c:v>96.48908402100524</c:v>
                </c:pt>
                <c:pt idx="502">
                  <c:v>96.463042160540127</c:v>
                </c:pt>
                <c:pt idx="503">
                  <c:v>96.437000375093774</c:v>
                </c:pt>
                <c:pt idx="504">
                  <c:v>96.410958514628661</c:v>
                </c:pt>
                <c:pt idx="505">
                  <c:v>96.384916654163547</c:v>
                </c:pt>
                <c:pt idx="506">
                  <c:v>96.35887486871718</c:v>
                </c:pt>
                <c:pt idx="507">
                  <c:v>96.332833008252067</c:v>
                </c:pt>
                <c:pt idx="508">
                  <c:v>96.3067912228057</c:v>
                </c:pt>
                <c:pt idx="509">
                  <c:v>96.280749362340586</c:v>
                </c:pt>
                <c:pt idx="510">
                  <c:v>96.254707501875473</c:v>
                </c:pt>
                <c:pt idx="511">
                  <c:v>96.236122430607651</c:v>
                </c:pt>
                <c:pt idx="512">
                  <c:v>96.217537359339829</c:v>
                </c:pt>
                <c:pt idx="513">
                  <c:v>96.198952288072022</c:v>
                </c:pt>
                <c:pt idx="514">
                  <c:v>96.180367141785439</c:v>
                </c:pt>
                <c:pt idx="515">
                  <c:v>96.161782070517631</c:v>
                </c:pt>
                <c:pt idx="516">
                  <c:v>96.14319699924981</c:v>
                </c:pt>
                <c:pt idx="517">
                  <c:v>96.124611927981988</c:v>
                </c:pt>
                <c:pt idx="518">
                  <c:v>96.106026781695419</c:v>
                </c:pt>
                <c:pt idx="519">
                  <c:v>96.087441710427612</c:v>
                </c:pt>
                <c:pt idx="520">
                  <c:v>96.06885663915979</c:v>
                </c:pt>
                <c:pt idx="521">
                  <c:v>96.057536909227309</c:v>
                </c:pt>
                <c:pt idx="522">
                  <c:v>96.046217104276067</c:v>
                </c:pt>
                <c:pt idx="523">
                  <c:v>96.034897374343586</c:v>
                </c:pt>
                <c:pt idx="524">
                  <c:v>96.023577644411105</c:v>
                </c:pt>
                <c:pt idx="525">
                  <c:v>96.012257914478624</c:v>
                </c:pt>
                <c:pt idx="526">
                  <c:v>96.000938109527382</c:v>
                </c:pt>
                <c:pt idx="527">
                  <c:v>95.989618379594901</c:v>
                </c:pt>
                <c:pt idx="528">
                  <c:v>95.97829864966242</c:v>
                </c:pt>
                <c:pt idx="529">
                  <c:v>95.966978844711178</c:v>
                </c:pt>
                <c:pt idx="530">
                  <c:v>95.955659114778697</c:v>
                </c:pt>
                <c:pt idx="531">
                  <c:v>95.951395123780955</c:v>
                </c:pt>
                <c:pt idx="532">
                  <c:v>95.947131132783198</c:v>
                </c:pt>
                <c:pt idx="533">
                  <c:v>95.942867141785442</c:v>
                </c:pt>
                <c:pt idx="534">
                  <c:v>95.938603150787699</c:v>
                </c:pt>
                <c:pt idx="535">
                  <c:v>95.934339084771196</c:v>
                </c:pt>
                <c:pt idx="536">
                  <c:v>95.930075093773439</c:v>
                </c:pt>
                <c:pt idx="537">
                  <c:v>95.925811102775697</c:v>
                </c:pt>
                <c:pt idx="538">
                  <c:v>95.921547111777954</c:v>
                </c:pt>
                <c:pt idx="539">
                  <c:v>95.917283120780198</c:v>
                </c:pt>
                <c:pt idx="540">
                  <c:v>95.913019129782441</c:v>
                </c:pt>
                <c:pt idx="541">
                  <c:v>95.913799924981248</c:v>
                </c:pt>
                <c:pt idx="542">
                  <c:v>95.914580795198802</c:v>
                </c:pt>
                <c:pt idx="543">
                  <c:v>95.915361665416356</c:v>
                </c:pt>
                <c:pt idx="544">
                  <c:v>95.916142535633909</c:v>
                </c:pt>
                <c:pt idx="545">
                  <c:v>95.916923405851463</c:v>
                </c:pt>
                <c:pt idx="546">
                  <c:v>95.91770420105027</c:v>
                </c:pt>
                <c:pt idx="547">
                  <c:v>95.91848507126781</c:v>
                </c:pt>
                <c:pt idx="548">
                  <c:v>95.919265941485378</c:v>
                </c:pt>
                <c:pt idx="549">
                  <c:v>95.920046811702917</c:v>
                </c:pt>
                <c:pt idx="550">
                  <c:v>95.920827681920485</c:v>
                </c:pt>
                <c:pt idx="551">
                  <c:v>95.925221605401347</c:v>
                </c:pt>
                <c:pt idx="552">
                  <c:v>95.929615453863462</c:v>
                </c:pt>
                <c:pt idx="553">
                  <c:v>95.934009377344339</c:v>
                </c:pt>
                <c:pt idx="554">
                  <c:v>95.938403300825215</c:v>
                </c:pt>
                <c:pt idx="555">
                  <c:v>95.942797224306076</c:v>
                </c:pt>
                <c:pt idx="556">
                  <c:v>95.947191147786953</c:v>
                </c:pt>
                <c:pt idx="557">
                  <c:v>95.951584996249053</c:v>
                </c:pt>
                <c:pt idx="558">
                  <c:v>95.95597891972993</c:v>
                </c:pt>
                <c:pt idx="559">
                  <c:v>95.960372843210806</c:v>
                </c:pt>
                <c:pt idx="560">
                  <c:v>95.964766766691682</c:v>
                </c:pt>
                <c:pt idx="561">
                  <c:v>95.971001275318827</c:v>
                </c:pt>
                <c:pt idx="562">
                  <c:v>95.977235783945986</c:v>
                </c:pt>
                <c:pt idx="563">
                  <c:v>95.983470367591892</c:v>
                </c:pt>
                <c:pt idx="564">
                  <c:v>95.989704876219051</c:v>
                </c:pt>
                <c:pt idx="565">
                  <c:v>95.99593938484621</c:v>
                </c:pt>
                <c:pt idx="566">
                  <c:v>96.002173893473369</c:v>
                </c:pt>
                <c:pt idx="567">
                  <c:v>96.008408477119275</c:v>
                </c:pt>
                <c:pt idx="568">
                  <c:v>96.014642985746434</c:v>
                </c:pt>
                <c:pt idx="569">
                  <c:v>96.020877494373593</c:v>
                </c:pt>
                <c:pt idx="570">
                  <c:v>96.027112078019513</c:v>
                </c:pt>
                <c:pt idx="571">
                  <c:v>96.03187306826706</c:v>
                </c:pt>
                <c:pt idx="572">
                  <c:v>96.036634133533383</c:v>
                </c:pt>
                <c:pt idx="573">
                  <c:v>96.041395198799705</c:v>
                </c:pt>
                <c:pt idx="574">
                  <c:v>96.046156264066013</c:v>
                </c:pt>
                <c:pt idx="575">
                  <c:v>96.050917329332336</c:v>
                </c:pt>
                <c:pt idx="576">
                  <c:v>96.055678394598644</c:v>
                </c:pt>
                <c:pt idx="577">
                  <c:v>96.060439459864966</c:v>
                </c:pt>
                <c:pt idx="578">
                  <c:v>96.065200525131274</c:v>
                </c:pt>
                <c:pt idx="579">
                  <c:v>96.069961590397597</c:v>
                </c:pt>
                <c:pt idx="580">
                  <c:v>96.074722655663919</c:v>
                </c:pt>
                <c:pt idx="581">
                  <c:v>96.075927531882968</c:v>
                </c:pt>
                <c:pt idx="582">
                  <c:v>96.077132408102031</c:v>
                </c:pt>
                <c:pt idx="583">
                  <c:v>96.07833728432108</c:v>
                </c:pt>
                <c:pt idx="584">
                  <c:v>96.079542085521382</c:v>
                </c:pt>
                <c:pt idx="585">
                  <c:v>96.080746961740431</c:v>
                </c:pt>
                <c:pt idx="586">
                  <c:v>96.081951837959494</c:v>
                </c:pt>
                <c:pt idx="587">
                  <c:v>96.083156714178543</c:v>
                </c:pt>
                <c:pt idx="588">
                  <c:v>96.084361590397592</c:v>
                </c:pt>
                <c:pt idx="589">
                  <c:v>96.085566466616655</c:v>
                </c:pt>
                <c:pt idx="590">
                  <c:v>96.086771342835718</c:v>
                </c:pt>
                <c:pt idx="591">
                  <c:v>96.082174043510875</c:v>
                </c:pt>
                <c:pt idx="592">
                  <c:v>96.077576744186047</c:v>
                </c:pt>
                <c:pt idx="593">
                  <c:v>96.072979444861218</c:v>
                </c:pt>
                <c:pt idx="594">
                  <c:v>96.068382145536376</c:v>
                </c:pt>
                <c:pt idx="595">
                  <c:v>96.063784846211561</c:v>
                </c:pt>
                <c:pt idx="596">
                  <c:v>96.05918762190548</c:v>
                </c:pt>
                <c:pt idx="597">
                  <c:v>96.054590322580637</c:v>
                </c:pt>
                <c:pt idx="598">
                  <c:v>96.049993023255823</c:v>
                </c:pt>
                <c:pt idx="599">
                  <c:v>96.04539572393098</c:v>
                </c:pt>
                <c:pt idx="600">
                  <c:v>96.040798424606152</c:v>
                </c:pt>
                <c:pt idx="601">
                  <c:v>96.028586796699173</c:v>
                </c:pt>
                <c:pt idx="602">
                  <c:v>96.016375093773433</c:v>
                </c:pt>
                <c:pt idx="603">
                  <c:v>96.004163465866469</c:v>
                </c:pt>
                <c:pt idx="604">
                  <c:v>95.99195183795949</c:v>
                </c:pt>
                <c:pt idx="605">
                  <c:v>95.979740135033765</c:v>
                </c:pt>
                <c:pt idx="606">
                  <c:v>95.967528507126787</c:v>
                </c:pt>
                <c:pt idx="607">
                  <c:v>95.955316879219808</c:v>
                </c:pt>
                <c:pt idx="608">
                  <c:v>95.943105251312829</c:v>
                </c:pt>
                <c:pt idx="609">
                  <c:v>95.93089354838709</c:v>
                </c:pt>
                <c:pt idx="610">
                  <c:v>95.918681920480125</c:v>
                </c:pt>
                <c:pt idx="611">
                  <c:v>95.897280795198796</c:v>
                </c:pt>
                <c:pt idx="612">
                  <c:v>95.875879744936228</c:v>
                </c:pt>
                <c:pt idx="613">
                  <c:v>95.854478694673659</c:v>
                </c:pt>
                <c:pt idx="614">
                  <c:v>95.833077569392344</c:v>
                </c:pt>
                <c:pt idx="615">
                  <c:v>95.81167651912979</c:v>
                </c:pt>
                <c:pt idx="616">
                  <c:v>95.790275393848461</c:v>
                </c:pt>
                <c:pt idx="617">
                  <c:v>95.768874343585892</c:v>
                </c:pt>
                <c:pt idx="618">
                  <c:v>95.747473218304577</c:v>
                </c:pt>
                <c:pt idx="619">
                  <c:v>95.726072168042009</c:v>
                </c:pt>
                <c:pt idx="620">
                  <c:v>95.704671117779441</c:v>
                </c:pt>
                <c:pt idx="621">
                  <c:v>95.67365056264066</c:v>
                </c:pt>
                <c:pt idx="622">
                  <c:v>95.642630082520625</c:v>
                </c:pt>
                <c:pt idx="623">
                  <c:v>95.611609527381844</c:v>
                </c:pt>
                <c:pt idx="624">
                  <c:v>95.58058904726181</c:v>
                </c:pt>
                <c:pt idx="625">
                  <c:v>95.54956856714179</c:v>
                </c:pt>
                <c:pt idx="626">
                  <c:v>95.518548012002995</c:v>
                </c:pt>
                <c:pt idx="627">
                  <c:v>95.487527531882975</c:v>
                </c:pt>
                <c:pt idx="628">
                  <c:v>95.456507051762941</c:v>
                </c:pt>
                <c:pt idx="629">
                  <c:v>95.42548649662416</c:v>
                </c:pt>
                <c:pt idx="630">
                  <c:v>95.394466016504126</c:v>
                </c:pt>
                <c:pt idx="631">
                  <c:v>95.353646361590407</c:v>
                </c:pt>
                <c:pt idx="632">
                  <c:v>95.312826706676674</c:v>
                </c:pt>
                <c:pt idx="633">
                  <c:v>95.272007051762941</c:v>
                </c:pt>
                <c:pt idx="634">
                  <c:v>95.231187471867969</c:v>
                </c:pt>
                <c:pt idx="635">
                  <c:v>95.190367816954236</c:v>
                </c:pt>
                <c:pt idx="636">
                  <c:v>95.149548162040503</c:v>
                </c:pt>
                <c:pt idx="637">
                  <c:v>95.108728507126784</c:v>
                </c:pt>
                <c:pt idx="638">
                  <c:v>95.067908852213051</c:v>
                </c:pt>
                <c:pt idx="639">
                  <c:v>95.027089197299318</c:v>
                </c:pt>
                <c:pt idx="640">
                  <c:v>94.986269617404361</c:v>
                </c:pt>
                <c:pt idx="641">
                  <c:v>94.936926706676672</c:v>
                </c:pt>
                <c:pt idx="642">
                  <c:v>94.887583795948984</c:v>
                </c:pt>
                <c:pt idx="643">
                  <c:v>94.83824088522131</c:v>
                </c:pt>
                <c:pt idx="644">
                  <c:v>94.788897974493622</c:v>
                </c:pt>
                <c:pt idx="645">
                  <c:v>94.739555063765948</c:v>
                </c:pt>
                <c:pt idx="646">
                  <c:v>94.69021215303826</c:v>
                </c:pt>
                <c:pt idx="647">
                  <c:v>94.640869242310572</c:v>
                </c:pt>
                <c:pt idx="648">
                  <c:v>94.591526331582898</c:v>
                </c:pt>
                <c:pt idx="649">
                  <c:v>94.542183420855224</c:v>
                </c:pt>
                <c:pt idx="650">
                  <c:v>94.492840510127522</c:v>
                </c:pt>
                <c:pt idx="651">
                  <c:v>94.436287996999241</c:v>
                </c:pt>
                <c:pt idx="652">
                  <c:v>94.379735408852213</c:v>
                </c:pt>
                <c:pt idx="653">
                  <c:v>94.323182895723932</c:v>
                </c:pt>
                <c:pt idx="654">
                  <c:v>94.266630307576889</c:v>
                </c:pt>
                <c:pt idx="655">
                  <c:v>94.210077794448608</c:v>
                </c:pt>
                <c:pt idx="656">
                  <c:v>94.153525206301566</c:v>
                </c:pt>
                <c:pt idx="657">
                  <c:v>94.096972693173285</c:v>
                </c:pt>
                <c:pt idx="658">
                  <c:v>94.040420105026257</c:v>
                </c:pt>
                <c:pt idx="659">
                  <c:v>93.983867591897976</c:v>
                </c:pt>
                <c:pt idx="660">
                  <c:v>93.927315003750934</c:v>
                </c:pt>
                <c:pt idx="661">
                  <c:v>93.865580720180034</c:v>
                </c:pt>
                <c:pt idx="662">
                  <c:v>93.803846436609149</c:v>
                </c:pt>
                <c:pt idx="663">
                  <c:v>93.742112078019503</c:v>
                </c:pt>
                <c:pt idx="664">
                  <c:v>93.680377794448617</c:v>
                </c:pt>
                <c:pt idx="665">
                  <c:v>93.618643510877718</c:v>
                </c:pt>
                <c:pt idx="666">
                  <c:v>93.556909227306832</c:v>
                </c:pt>
                <c:pt idx="667">
                  <c:v>93.495174943735933</c:v>
                </c:pt>
                <c:pt idx="668">
                  <c:v>93.433440585146286</c:v>
                </c:pt>
                <c:pt idx="669">
                  <c:v>93.371706301575401</c:v>
                </c:pt>
                <c:pt idx="670">
                  <c:v>93.309972018004501</c:v>
                </c:pt>
                <c:pt idx="671">
                  <c:v>93.244945611402855</c:v>
                </c:pt>
                <c:pt idx="672">
                  <c:v>93.179919204801195</c:v>
                </c:pt>
                <c:pt idx="673">
                  <c:v>93.114892798199548</c:v>
                </c:pt>
                <c:pt idx="674">
                  <c:v>93.049866391597902</c:v>
                </c:pt>
                <c:pt idx="675">
                  <c:v>92.984840060015003</c:v>
                </c:pt>
                <c:pt idx="676">
                  <c:v>92.919813653413357</c:v>
                </c:pt>
                <c:pt idx="677">
                  <c:v>92.854787246811711</c:v>
                </c:pt>
                <c:pt idx="678">
                  <c:v>92.78976084021005</c:v>
                </c:pt>
                <c:pt idx="679">
                  <c:v>92.724734433608404</c:v>
                </c:pt>
                <c:pt idx="680">
                  <c:v>92.659708027006744</c:v>
                </c:pt>
                <c:pt idx="681">
                  <c:v>92.594610952738179</c:v>
                </c:pt>
                <c:pt idx="682">
                  <c:v>92.529513803450868</c:v>
                </c:pt>
                <c:pt idx="683">
                  <c:v>92.464416654163543</c:v>
                </c:pt>
                <c:pt idx="684">
                  <c:v>92.399319579894978</c:v>
                </c:pt>
                <c:pt idx="685">
                  <c:v>92.334222430607653</c:v>
                </c:pt>
                <c:pt idx="686">
                  <c:v>92.269125356339089</c:v>
                </c:pt>
                <c:pt idx="687">
                  <c:v>92.204028207051763</c:v>
                </c:pt>
                <c:pt idx="688">
                  <c:v>92.138931132783199</c:v>
                </c:pt>
                <c:pt idx="689">
                  <c:v>92.073833983495874</c:v>
                </c:pt>
                <c:pt idx="690">
                  <c:v>92.008736834208548</c:v>
                </c:pt>
                <c:pt idx="691">
                  <c:v>91.945384471117777</c:v>
                </c:pt>
                <c:pt idx="692">
                  <c:v>91.882032033008244</c:v>
                </c:pt>
                <c:pt idx="693">
                  <c:v>91.818679594898725</c:v>
                </c:pt>
                <c:pt idx="694">
                  <c:v>91.755327156789193</c:v>
                </c:pt>
                <c:pt idx="695">
                  <c:v>91.691974793698435</c:v>
                </c:pt>
                <c:pt idx="696">
                  <c:v>91.628622355588888</c:v>
                </c:pt>
                <c:pt idx="697">
                  <c:v>91.56526991747937</c:v>
                </c:pt>
                <c:pt idx="698">
                  <c:v>91.501917554388598</c:v>
                </c:pt>
                <c:pt idx="699">
                  <c:v>91.438565116279079</c:v>
                </c:pt>
                <c:pt idx="700">
                  <c:v>91.375212678169547</c:v>
                </c:pt>
                <c:pt idx="701">
                  <c:v>91.315112528132033</c:v>
                </c:pt>
                <c:pt idx="702">
                  <c:v>91.255012378094534</c:v>
                </c:pt>
                <c:pt idx="703">
                  <c:v>91.194912303075768</c:v>
                </c:pt>
                <c:pt idx="704">
                  <c:v>91.134812153038254</c:v>
                </c:pt>
                <c:pt idx="705">
                  <c:v>91.074712003000755</c:v>
                </c:pt>
                <c:pt idx="706">
                  <c:v>91.014611852963242</c:v>
                </c:pt>
                <c:pt idx="707">
                  <c:v>90.954511702925743</c:v>
                </c:pt>
                <c:pt idx="708">
                  <c:v>90.894411552888215</c:v>
                </c:pt>
                <c:pt idx="709">
                  <c:v>90.834311402850716</c:v>
                </c:pt>
                <c:pt idx="710">
                  <c:v>90.774211327831964</c:v>
                </c:pt>
                <c:pt idx="711">
                  <c:v>90.719080420105016</c:v>
                </c:pt>
                <c:pt idx="712">
                  <c:v>90.663949512378096</c:v>
                </c:pt>
                <c:pt idx="713">
                  <c:v>90.608818604651162</c:v>
                </c:pt>
                <c:pt idx="714">
                  <c:v>90.553687696924243</c:v>
                </c:pt>
                <c:pt idx="715">
                  <c:v>90.498556789197295</c:v>
                </c:pt>
                <c:pt idx="716">
                  <c:v>90.443425881470361</c:v>
                </c:pt>
                <c:pt idx="717">
                  <c:v>90.388294973743442</c:v>
                </c:pt>
                <c:pt idx="718">
                  <c:v>90.333164066016494</c:v>
                </c:pt>
                <c:pt idx="719">
                  <c:v>90.278033158289574</c:v>
                </c:pt>
                <c:pt idx="720">
                  <c:v>90.22290225056264</c:v>
                </c:pt>
                <c:pt idx="721">
                  <c:v>90.172910727681924</c:v>
                </c:pt>
                <c:pt idx="722">
                  <c:v>90.122919279819953</c:v>
                </c:pt>
                <c:pt idx="723">
                  <c:v>90.072927756939237</c:v>
                </c:pt>
                <c:pt idx="724">
                  <c:v>90.022936234058506</c:v>
                </c:pt>
                <c:pt idx="725">
                  <c:v>89.97294478619655</c:v>
                </c:pt>
                <c:pt idx="726">
                  <c:v>89.922953263315833</c:v>
                </c:pt>
                <c:pt idx="727">
                  <c:v>89.872961740435102</c:v>
                </c:pt>
                <c:pt idx="728">
                  <c:v>89.822970292573146</c:v>
                </c:pt>
                <c:pt idx="729">
                  <c:v>89.772978769692415</c:v>
                </c:pt>
                <c:pt idx="730">
                  <c:v>89.722987246811698</c:v>
                </c:pt>
                <c:pt idx="731">
                  <c:v>89.677873518379599</c:v>
                </c:pt>
                <c:pt idx="732">
                  <c:v>89.632759789947485</c:v>
                </c:pt>
                <c:pt idx="733">
                  <c:v>89.587646061515386</c:v>
                </c:pt>
                <c:pt idx="734">
                  <c:v>89.542532333083273</c:v>
                </c:pt>
                <c:pt idx="735">
                  <c:v>89.497418604651159</c:v>
                </c:pt>
                <c:pt idx="736">
                  <c:v>89.452304876219046</c:v>
                </c:pt>
                <c:pt idx="737">
                  <c:v>89.407191147786946</c:v>
                </c:pt>
                <c:pt idx="738">
                  <c:v>89.362077419354833</c:v>
                </c:pt>
                <c:pt idx="739">
                  <c:v>89.316963690922734</c:v>
                </c:pt>
                <c:pt idx="740">
                  <c:v>89.27184996249062</c:v>
                </c:pt>
                <c:pt idx="741">
                  <c:v>89.230838859714922</c:v>
                </c:pt>
                <c:pt idx="742">
                  <c:v>89.189827756939238</c:v>
                </c:pt>
                <c:pt idx="743">
                  <c:v>89.148816654163539</c:v>
                </c:pt>
                <c:pt idx="744">
                  <c:v>89.107805551387855</c:v>
                </c:pt>
                <c:pt idx="745">
                  <c:v>89.066794448612157</c:v>
                </c:pt>
                <c:pt idx="746">
                  <c:v>89.025783345836459</c:v>
                </c:pt>
                <c:pt idx="747">
                  <c:v>88.984772243060775</c:v>
                </c:pt>
                <c:pt idx="748">
                  <c:v>88.943761140285062</c:v>
                </c:pt>
                <c:pt idx="749">
                  <c:v>88.902750037509378</c:v>
                </c:pt>
                <c:pt idx="750">
                  <c:v>88.861739009752441</c:v>
                </c:pt>
                <c:pt idx="751">
                  <c:v>88.823833158289574</c:v>
                </c:pt>
                <c:pt idx="752">
                  <c:v>88.785927381845454</c:v>
                </c:pt>
                <c:pt idx="753">
                  <c:v>88.748021530382587</c:v>
                </c:pt>
                <c:pt idx="754">
                  <c:v>88.710115753938481</c:v>
                </c:pt>
                <c:pt idx="755">
                  <c:v>88.672209977494376</c:v>
                </c:pt>
                <c:pt idx="756">
                  <c:v>88.634304126031509</c:v>
                </c:pt>
                <c:pt idx="757">
                  <c:v>88.596398349587389</c:v>
                </c:pt>
                <c:pt idx="758">
                  <c:v>88.558492573143283</c:v>
                </c:pt>
                <c:pt idx="759">
                  <c:v>88.520586721680417</c:v>
                </c:pt>
                <c:pt idx="760">
                  <c:v>88.482680945236311</c:v>
                </c:pt>
                <c:pt idx="761">
                  <c:v>88.446710352588156</c:v>
                </c:pt>
                <c:pt idx="762">
                  <c:v>88.410739834958733</c:v>
                </c:pt>
                <c:pt idx="763">
                  <c:v>88.374769242310578</c:v>
                </c:pt>
                <c:pt idx="764">
                  <c:v>88.338798724681169</c:v>
                </c:pt>
                <c:pt idx="765">
                  <c:v>88.302828132033</c:v>
                </c:pt>
                <c:pt idx="766">
                  <c:v>88.266857614403605</c:v>
                </c:pt>
                <c:pt idx="767">
                  <c:v>88.230887021755436</c:v>
                </c:pt>
                <c:pt idx="768">
                  <c:v>88.194916504126027</c:v>
                </c:pt>
                <c:pt idx="769">
                  <c:v>88.158945911477872</c:v>
                </c:pt>
                <c:pt idx="770">
                  <c:v>88.122975318829702</c:v>
                </c:pt>
                <c:pt idx="771">
                  <c:v>88.088067816954236</c:v>
                </c:pt>
                <c:pt idx="772">
                  <c:v>88.05316031507877</c:v>
                </c:pt>
                <c:pt idx="773">
                  <c:v>88.018252813203304</c:v>
                </c:pt>
                <c:pt idx="774">
                  <c:v>87.983345311327838</c:v>
                </c:pt>
                <c:pt idx="775">
                  <c:v>87.948437809452372</c:v>
                </c:pt>
                <c:pt idx="776">
                  <c:v>87.913530307576892</c:v>
                </c:pt>
                <c:pt idx="777">
                  <c:v>87.878622805701426</c:v>
                </c:pt>
                <c:pt idx="778">
                  <c:v>87.843715303825959</c:v>
                </c:pt>
                <c:pt idx="779">
                  <c:v>87.808807801950479</c:v>
                </c:pt>
                <c:pt idx="780">
                  <c:v>87.773900300075013</c:v>
                </c:pt>
                <c:pt idx="781">
                  <c:v>87.739496174043509</c:v>
                </c:pt>
                <c:pt idx="782">
                  <c:v>87.705092048012006</c:v>
                </c:pt>
                <c:pt idx="783">
                  <c:v>87.670687846961741</c:v>
                </c:pt>
                <c:pt idx="784">
                  <c:v>87.636283720930237</c:v>
                </c:pt>
                <c:pt idx="785">
                  <c:v>87.601879594898733</c:v>
                </c:pt>
                <c:pt idx="786">
                  <c:v>87.567475393848454</c:v>
                </c:pt>
                <c:pt idx="787">
                  <c:v>87.53307126781695</c:v>
                </c:pt>
                <c:pt idx="788">
                  <c:v>87.498667066766686</c:v>
                </c:pt>
                <c:pt idx="789">
                  <c:v>87.464262940735182</c:v>
                </c:pt>
                <c:pt idx="790">
                  <c:v>87.429858814703678</c:v>
                </c:pt>
                <c:pt idx="791">
                  <c:v>87.395882820705182</c:v>
                </c:pt>
                <c:pt idx="792">
                  <c:v>87.361906901725433</c:v>
                </c:pt>
                <c:pt idx="793">
                  <c:v>87.327930907726923</c:v>
                </c:pt>
                <c:pt idx="794">
                  <c:v>87.293954988747188</c:v>
                </c:pt>
                <c:pt idx="795">
                  <c:v>87.259979069767439</c:v>
                </c:pt>
                <c:pt idx="796">
                  <c:v>87.226003075768944</c:v>
                </c:pt>
                <c:pt idx="797">
                  <c:v>87.192027156789194</c:v>
                </c:pt>
                <c:pt idx="798">
                  <c:v>87.158051162790699</c:v>
                </c:pt>
                <c:pt idx="799">
                  <c:v>87.124075243810964</c:v>
                </c:pt>
                <c:pt idx="800">
                  <c:v>87.090099249812454</c:v>
                </c:pt>
                <c:pt idx="801">
                  <c:v>87.056802175543893</c:v>
                </c:pt>
                <c:pt idx="802">
                  <c:v>87.023505026256572</c:v>
                </c:pt>
                <c:pt idx="803">
                  <c:v>86.990207951987998</c:v>
                </c:pt>
                <c:pt idx="804">
                  <c:v>86.956910877719423</c:v>
                </c:pt>
                <c:pt idx="805">
                  <c:v>86.923613728432102</c:v>
                </c:pt>
                <c:pt idx="806">
                  <c:v>86.890316654163541</c:v>
                </c:pt>
                <c:pt idx="807">
                  <c:v>86.85701950487622</c:v>
                </c:pt>
                <c:pt idx="808">
                  <c:v>86.823722430607646</c:v>
                </c:pt>
                <c:pt idx="809">
                  <c:v>86.790425281320324</c:v>
                </c:pt>
                <c:pt idx="810">
                  <c:v>86.757128207051764</c:v>
                </c:pt>
                <c:pt idx="811">
                  <c:v>86.724956264066009</c:v>
                </c:pt>
                <c:pt idx="812">
                  <c:v>86.692784396099029</c:v>
                </c:pt>
                <c:pt idx="813">
                  <c:v>86.660612453113274</c:v>
                </c:pt>
                <c:pt idx="814">
                  <c:v>86.628440510127533</c:v>
                </c:pt>
                <c:pt idx="815">
                  <c:v>86.596268642160538</c:v>
                </c:pt>
                <c:pt idx="816">
                  <c:v>86.564096699174797</c:v>
                </c:pt>
                <c:pt idx="817">
                  <c:v>86.531924831207803</c:v>
                </c:pt>
                <c:pt idx="818">
                  <c:v>86.499752888222048</c:v>
                </c:pt>
                <c:pt idx="819">
                  <c:v>86.467580945236307</c:v>
                </c:pt>
                <c:pt idx="820">
                  <c:v>86.435409077269313</c:v>
                </c:pt>
                <c:pt idx="821">
                  <c:v>86.404612903225811</c:v>
                </c:pt>
                <c:pt idx="822">
                  <c:v>86.373816804201056</c:v>
                </c:pt>
                <c:pt idx="823">
                  <c:v>86.34302063015754</c:v>
                </c:pt>
                <c:pt idx="824">
                  <c:v>86.312224456114023</c:v>
                </c:pt>
                <c:pt idx="825">
                  <c:v>86.281428357089268</c:v>
                </c:pt>
                <c:pt idx="826">
                  <c:v>86.250632183045752</c:v>
                </c:pt>
                <c:pt idx="827">
                  <c:v>86.21983600900225</c:v>
                </c:pt>
                <c:pt idx="828">
                  <c:v>86.189039909977495</c:v>
                </c:pt>
                <c:pt idx="829">
                  <c:v>86.158243735933979</c:v>
                </c:pt>
                <c:pt idx="830">
                  <c:v>86.127447636909238</c:v>
                </c:pt>
                <c:pt idx="831">
                  <c:v>86.098061965491368</c:v>
                </c:pt>
                <c:pt idx="832">
                  <c:v>86.068676294073512</c:v>
                </c:pt>
                <c:pt idx="833">
                  <c:v>86.03929062265567</c:v>
                </c:pt>
                <c:pt idx="834">
                  <c:v>86.0099049512378</c:v>
                </c:pt>
                <c:pt idx="835">
                  <c:v>85.980519279819958</c:v>
                </c:pt>
                <c:pt idx="836">
                  <c:v>85.951133608402102</c:v>
                </c:pt>
                <c:pt idx="837">
                  <c:v>85.921747861965486</c:v>
                </c:pt>
                <c:pt idx="838">
                  <c:v>85.892362190547644</c:v>
                </c:pt>
                <c:pt idx="839">
                  <c:v>85.862976519129788</c:v>
                </c:pt>
                <c:pt idx="840">
                  <c:v>85.833590847711932</c:v>
                </c:pt>
                <c:pt idx="841">
                  <c:v>85.805247261815452</c:v>
                </c:pt>
                <c:pt idx="842">
                  <c:v>85.776903675918973</c:v>
                </c:pt>
                <c:pt idx="843">
                  <c:v>85.748560090022508</c:v>
                </c:pt>
                <c:pt idx="844">
                  <c:v>85.720216504126029</c:v>
                </c:pt>
                <c:pt idx="845">
                  <c:v>85.691872918229564</c:v>
                </c:pt>
                <c:pt idx="846">
                  <c:v>85.663529332333084</c:v>
                </c:pt>
                <c:pt idx="847">
                  <c:v>85.635185746436619</c:v>
                </c:pt>
                <c:pt idx="848">
                  <c:v>85.60684216054014</c:v>
                </c:pt>
                <c:pt idx="849">
                  <c:v>85.57849857464366</c:v>
                </c:pt>
                <c:pt idx="850">
                  <c:v>85.550154988747181</c:v>
                </c:pt>
                <c:pt idx="851">
                  <c:v>85.52184771192799</c:v>
                </c:pt>
                <c:pt idx="852">
                  <c:v>85.493540435108784</c:v>
                </c:pt>
                <c:pt idx="853">
                  <c:v>85.465233158289564</c:v>
                </c:pt>
                <c:pt idx="854">
                  <c:v>85.436925881470373</c:v>
                </c:pt>
                <c:pt idx="855">
                  <c:v>85.408618604651153</c:v>
                </c:pt>
                <c:pt idx="856">
                  <c:v>85.380311402850722</c:v>
                </c:pt>
                <c:pt idx="857">
                  <c:v>85.352004126031503</c:v>
                </c:pt>
                <c:pt idx="858">
                  <c:v>85.323696849212297</c:v>
                </c:pt>
                <c:pt idx="859">
                  <c:v>85.295389572393105</c:v>
                </c:pt>
                <c:pt idx="860">
                  <c:v>85.267082295573886</c:v>
                </c:pt>
                <c:pt idx="861">
                  <c:v>85.237685521380342</c:v>
                </c:pt>
                <c:pt idx="862">
                  <c:v>85.208288747186799</c:v>
                </c:pt>
                <c:pt idx="863">
                  <c:v>85.178892048012003</c:v>
                </c:pt>
                <c:pt idx="864">
                  <c:v>85.149495273818445</c:v>
                </c:pt>
                <c:pt idx="865">
                  <c:v>85.120098499624902</c:v>
                </c:pt>
                <c:pt idx="866">
                  <c:v>85.090701725431359</c:v>
                </c:pt>
                <c:pt idx="867">
                  <c:v>85.061305026256562</c:v>
                </c:pt>
                <c:pt idx="868">
                  <c:v>85.031908252063019</c:v>
                </c:pt>
                <c:pt idx="869">
                  <c:v>85.002511477869476</c:v>
                </c:pt>
                <c:pt idx="870">
                  <c:v>84.973114778694665</c:v>
                </c:pt>
                <c:pt idx="871">
                  <c:v>84.941410052513135</c:v>
                </c:pt>
                <c:pt idx="872">
                  <c:v>84.909705326331576</c:v>
                </c:pt>
                <c:pt idx="873">
                  <c:v>84.878000600150045</c:v>
                </c:pt>
                <c:pt idx="874">
                  <c:v>84.846295948987247</c:v>
                </c:pt>
                <c:pt idx="875">
                  <c:v>84.814591222805703</c:v>
                </c:pt>
                <c:pt idx="876">
                  <c:v>84.782886496624158</c:v>
                </c:pt>
                <c:pt idx="877">
                  <c:v>84.751181770442614</c:v>
                </c:pt>
                <c:pt idx="878">
                  <c:v>84.719477119279816</c:v>
                </c:pt>
                <c:pt idx="879">
                  <c:v>84.687772393098271</c:v>
                </c:pt>
                <c:pt idx="880">
                  <c:v>84.656067666916726</c:v>
                </c:pt>
                <c:pt idx="881">
                  <c:v>84.621074643660918</c:v>
                </c:pt>
                <c:pt idx="882">
                  <c:v>84.586081620405096</c:v>
                </c:pt>
                <c:pt idx="883">
                  <c:v>84.551088597149288</c:v>
                </c:pt>
                <c:pt idx="884">
                  <c:v>84.51609557389348</c:v>
                </c:pt>
                <c:pt idx="885">
                  <c:v>84.481102550637658</c:v>
                </c:pt>
                <c:pt idx="886">
                  <c:v>84.44610952738185</c:v>
                </c:pt>
                <c:pt idx="887">
                  <c:v>84.411116504126028</c:v>
                </c:pt>
                <c:pt idx="888">
                  <c:v>84.37612348087022</c:v>
                </c:pt>
                <c:pt idx="889">
                  <c:v>84.341130457614398</c:v>
                </c:pt>
                <c:pt idx="890">
                  <c:v>84.30613743435859</c:v>
                </c:pt>
                <c:pt idx="891">
                  <c:v>84.267470142535629</c:v>
                </c:pt>
                <c:pt idx="892">
                  <c:v>84.228802850712682</c:v>
                </c:pt>
                <c:pt idx="893">
                  <c:v>84.190135558889722</c:v>
                </c:pt>
                <c:pt idx="894">
                  <c:v>84.151468267066761</c:v>
                </c:pt>
                <c:pt idx="895">
                  <c:v>84.112800975243815</c:v>
                </c:pt>
                <c:pt idx="896">
                  <c:v>84.074133758439615</c:v>
                </c:pt>
                <c:pt idx="897">
                  <c:v>84.035466466616654</c:v>
                </c:pt>
                <c:pt idx="898">
                  <c:v>83.996799174793708</c:v>
                </c:pt>
                <c:pt idx="899">
                  <c:v>83.958131882970733</c:v>
                </c:pt>
                <c:pt idx="900">
                  <c:v>83.919464591147786</c:v>
                </c:pt>
                <c:pt idx="901">
                  <c:v>83.877404051012746</c:v>
                </c:pt>
                <c:pt idx="902">
                  <c:v>83.835343510877721</c:v>
                </c:pt>
                <c:pt idx="903">
                  <c:v>83.793282970742695</c:v>
                </c:pt>
                <c:pt idx="904">
                  <c:v>83.751222430607655</c:v>
                </c:pt>
                <c:pt idx="905">
                  <c:v>83.709161890472615</c:v>
                </c:pt>
                <c:pt idx="906">
                  <c:v>83.667101350337589</c:v>
                </c:pt>
                <c:pt idx="907">
                  <c:v>83.625040810202549</c:v>
                </c:pt>
                <c:pt idx="908">
                  <c:v>83.58298034508627</c:v>
                </c:pt>
                <c:pt idx="909">
                  <c:v>83.540919804951244</c:v>
                </c:pt>
                <c:pt idx="910">
                  <c:v>83.498859264816204</c:v>
                </c:pt>
                <c:pt idx="911">
                  <c:v>83.454214553638408</c:v>
                </c:pt>
                <c:pt idx="912">
                  <c:v>83.409569842460613</c:v>
                </c:pt>
                <c:pt idx="913">
                  <c:v>83.364925206301578</c:v>
                </c:pt>
                <c:pt idx="914">
                  <c:v>83.320280495123782</c:v>
                </c:pt>
                <c:pt idx="915">
                  <c:v>83.275635783945987</c:v>
                </c:pt>
                <c:pt idx="916">
                  <c:v>83.230991072768191</c:v>
                </c:pt>
                <c:pt idx="917">
                  <c:v>83.186346436609156</c:v>
                </c:pt>
                <c:pt idx="918">
                  <c:v>83.141701725431361</c:v>
                </c:pt>
                <c:pt idx="919">
                  <c:v>83.097057014253565</c:v>
                </c:pt>
                <c:pt idx="920">
                  <c:v>83.052412378094516</c:v>
                </c:pt>
                <c:pt idx="921">
                  <c:v>83.006947486871724</c:v>
                </c:pt>
                <c:pt idx="922">
                  <c:v>82.961482595648917</c:v>
                </c:pt>
                <c:pt idx="923">
                  <c:v>82.916017779444857</c:v>
                </c:pt>
                <c:pt idx="924">
                  <c:v>82.870552888222051</c:v>
                </c:pt>
                <c:pt idx="925">
                  <c:v>82.825087996999258</c:v>
                </c:pt>
                <c:pt idx="926">
                  <c:v>82.779623180795198</c:v>
                </c:pt>
                <c:pt idx="927">
                  <c:v>82.734158289572392</c:v>
                </c:pt>
                <c:pt idx="928">
                  <c:v>82.688693398349585</c:v>
                </c:pt>
                <c:pt idx="929">
                  <c:v>82.643228582145539</c:v>
                </c:pt>
                <c:pt idx="930">
                  <c:v>82.597763690922733</c:v>
                </c:pt>
                <c:pt idx="931">
                  <c:v>82.553056039009761</c:v>
                </c:pt>
                <c:pt idx="932">
                  <c:v>82.508348387096774</c:v>
                </c:pt>
                <c:pt idx="933">
                  <c:v>82.463640810202548</c:v>
                </c:pt>
                <c:pt idx="934">
                  <c:v>82.418933158289576</c:v>
                </c:pt>
                <c:pt idx="935">
                  <c:v>82.374225506376604</c:v>
                </c:pt>
                <c:pt idx="936">
                  <c:v>82.329517854463617</c:v>
                </c:pt>
                <c:pt idx="937">
                  <c:v>82.284810202550645</c:v>
                </c:pt>
                <c:pt idx="938">
                  <c:v>82.240102550637658</c:v>
                </c:pt>
                <c:pt idx="939">
                  <c:v>82.195394898724686</c:v>
                </c:pt>
                <c:pt idx="940">
                  <c:v>82.1506872468117</c:v>
                </c:pt>
                <c:pt idx="941">
                  <c:v>82.108214703675912</c:v>
                </c:pt>
                <c:pt idx="942">
                  <c:v>82.065742085521379</c:v>
                </c:pt>
                <c:pt idx="943">
                  <c:v>82.023269542385592</c:v>
                </c:pt>
                <c:pt idx="944">
                  <c:v>81.980796924231058</c:v>
                </c:pt>
                <c:pt idx="945">
                  <c:v>81.938324381095271</c:v>
                </c:pt>
                <c:pt idx="946">
                  <c:v>81.895851762940737</c:v>
                </c:pt>
                <c:pt idx="947">
                  <c:v>81.85337921980495</c:v>
                </c:pt>
                <c:pt idx="948">
                  <c:v>81.810906601650416</c:v>
                </c:pt>
                <c:pt idx="949">
                  <c:v>81.768434058514629</c:v>
                </c:pt>
                <c:pt idx="950">
                  <c:v>81.725961440360095</c:v>
                </c:pt>
                <c:pt idx="951">
                  <c:v>81.687096624156041</c:v>
                </c:pt>
                <c:pt idx="952">
                  <c:v>81.64823173293324</c:v>
                </c:pt>
                <c:pt idx="953">
                  <c:v>81.609366916729186</c:v>
                </c:pt>
                <c:pt idx="954">
                  <c:v>81.570502100525133</c:v>
                </c:pt>
                <c:pt idx="955">
                  <c:v>81.531637209302318</c:v>
                </c:pt>
                <c:pt idx="956">
                  <c:v>81.492772393098278</c:v>
                </c:pt>
                <c:pt idx="957">
                  <c:v>81.453907576894224</c:v>
                </c:pt>
                <c:pt idx="958">
                  <c:v>81.415042685671423</c:v>
                </c:pt>
                <c:pt idx="959">
                  <c:v>81.376177869467369</c:v>
                </c:pt>
                <c:pt idx="960">
                  <c:v>81.337313053263316</c:v>
                </c:pt>
                <c:pt idx="961">
                  <c:v>81.302584846211559</c:v>
                </c:pt>
                <c:pt idx="962">
                  <c:v>81.267856714178549</c:v>
                </c:pt>
                <c:pt idx="963">
                  <c:v>81.233128507126779</c:v>
                </c:pt>
                <c:pt idx="964">
                  <c:v>81.198400375093769</c:v>
                </c:pt>
                <c:pt idx="965">
                  <c:v>81.163672168042012</c:v>
                </c:pt>
                <c:pt idx="966">
                  <c:v>81.128944036009003</c:v>
                </c:pt>
                <c:pt idx="967">
                  <c:v>81.094215828957232</c:v>
                </c:pt>
                <c:pt idx="968">
                  <c:v>81.059487696924222</c:v>
                </c:pt>
                <c:pt idx="969">
                  <c:v>81.024759489872466</c:v>
                </c:pt>
                <c:pt idx="970">
                  <c:v>80.99003135783947</c:v>
                </c:pt>
                <c:pt idx="971">
                  <c:v>80.95965303825956</c:v>
                </c:pt>
                <c:pt idx="972">
                  <c:v>80.929274718679665</c:v>
                </c:pt>
                <c:pt idx="973">
                  <c:v>80.898896399099783</c:v>
                </c:pt>
                <c:pt idx="974">
                  <c:v>80.868518079519873</c:v>
                </c:pt>
                <c:pt idx="975">
                  <c:v>80.838139684921231</c:v>
                </c:pt>
                <c:pt idx="976">
                  <c:v>80.807761365341335</c:v>
                </c:pt>
                <c:pt idx="977">
                  <c:v>80.777383045761439</c:v>
                </c:pt>
                <c:pt idx="978">
                  <c:v>80.747004726181544</c:v>
                </c:pt>
                <c:pt idx="979">
                  <c:v>80.716626406601648</c:v>
                </c:pt>
                <c:pt idx="980">
                  <c:v>80.686248087021752</c:v>
                </c:pt>
                <c:pt idx="981">
                  <c:v>80.660439984996245</c:v>
                </c:pt>
                <c:pt idx="982">
                  <c:v>80.634631957989498</c:v>
                </c:pt>
                <c:pt idx="983">
                  <c:v>80.60882385596399</c:v>
                </c:pt>
                <c:pt idx="984">
                  <c:v>80.583015753938483</c:v>
                </c:pt>
                <c:pt idx="985">
                  <c:v>80.557207651912989</c:v>
                </c:pt>
                <c:pt idx="986">
                  <c:v>80.531399549887468</c:v>
                </c:pt>
                <c:pt idx="987">
                  <c:v>80.50559144786196</c:v>
                </c:pt>
                <c:pt idx="988">
                  <c:v>80.479783345836466</c:v>
                </c:pt>
                <c:pt idx="989">
                  <c:v>80.453975243810959</c:v>
                </c:pt>
                <c:pt idx="990">
                  <c:v>80.428167216804198</c:v>
                </c:pt>
                <c:pt idx="991">
                  <c:v>80.407350937734435</c:v>
                </c:pt>
                <c:pt idx="992">
                  <c:v>80.386534658664672</c:v>
                </c:pt>
                <c:pt idx="993">
                  <c:v>80.365718454613656</c:v>
                </c:pt>
                <c:pt idx="994">
                  <c:v>80.344902175543879</c:v>
                </c:pt>
                <c:pt idx="995">
                  <c:v>80.324085971492863</c:v>
                </c:pt>
                <c:pt idx="996">
                  <c:v>80.3032696924231</c:v>
                </c:pt>
                <c:pt idx="997">
                  <c:v>80.282453488372099</c:v>
                </c:pt>
                <c:pt idx="998">
                  <c:v>80.261637209302336</c:v>
                </c:pt>
                <c:pt idx="999">
                  <c:v>80.24082100525132</c:v>
                </c:pt>
                <c:pt idx="1000">
                  <c:v>80.220004726181543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67F-4D18-82FE-38485FED0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5124879"/>
        <c:axId val="1386819631"/>
      </c:scatterChart>
      <c:valAx>
        <c:axId val="145124879"/>
        <c:scaling>
          <c:orientation val="minMax"/>
          <c:max val="1"/>
        </c:scaling>
        <c:delete val="0"/>
        <c:axPos val="b"/>
        <c:numFmt formatCode="#,##0.0_);[Red]\(#,##0.0\)" sourceLinked="0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1386819631"/>
        <c:crosses val="autoZero"/>
        <c:crossBetween val="midCat"/>
      </c:valAx>
      <c:valAx>
        <c:axId val="1386819631"/>
        <c:scaling>
          <c:orientation val="minMax"/>
          <c:min val="7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145124879"/>
        <c:crosses val="autoZero"/>
        <c:crossBetween val="midCat"/>
        <c:majorUnit val="15"/>
      </c:valAx>
      <c:spPr>
        <a:noFill/>
        <a:ln w="6350"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71353835780741"/>
          <c:y val="0.1317416204502225"/>
          <c:w val="0.59853880775631307"/>
          <c:h val="0.616751649599352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Q_in_1D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Sheet1!$A$2:$A$1002</c:f>
              <c:numCache>
                <c:formatCode>General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xVal>
          <c:yVal>
            <c:numRef>
              <c:f>Sheet1!$B$2:$B$1002</c:f>
              <c:numCache>
                <c:formatCode>General</c:formatCode>
                <c:ptCount val="1001"/>
                <c:pt idx="0">
                  <c:v>9.2955000000000005</c:v>
                </c:pt>
                <c:pt idx="1">
                  <c:v>9.3915000000000006</c:v>
                </c:pt>
                <c:pt idx="2">
                  <c:v>9.4875000000000007</c:v>
                </c:pt>
                <c:pt idx="3">
                  <c:v>9.5731999999999999</c:v>
                </c:pt>
                <c:pt idx="4">
                  <c:v>9.6484000000000005</c:v>
                </c:pt>
                <c:pt idx="5">
                  <c:v>9.7235999999999994</c:v>
                </c:pt>
                <c:pt idx="6">
                  <c:v>9.7797000000000001</c:v>
                </c:pt>
                <c:pt idx="7">
                  <c:v>9.8359000000000005</c:v>
                </c:pt>
                <c:pt idx="8">
                  <c:v>9.8834</c:v>
                </c:pt>
                <c:pt idx="9">
                  <c:v>9.9223999999999997</c:v>
                </c:pt>
                <c:pt idx="10">
                  <c:v>9.9612999999999996</c:v>
                </c:pt>
                <c:pt idx="11">
                  <c:v>9.9847999999999999</c:v>
                </c:pt>
                <c:pt idx="12">
                  <c:v>10.0083</c:v>
                </c:pt>
                <c:pt idx="13">
                  <c:v>10.0253</c:v>
                </c:pt>
                <c:pt idx="14">
                  <c:v>10.0359</c:v>
                </c:pt>
                <c:pt idx="15">
                  <c:v>10.0465</c:v>
                </c:pt>
                <c:pt idx="16">
                  <c:v>10.047599999999999</c:v>
                </c:pt>
                <c:pt idx="17">
                  <c:v>10.0487</c:v>
                </c:pt>
                <c:pt idx="18">
                  <c:v>10.046900000000001</c:v>
                </c:pt>
                <c:pt idx="19">
                  <c:v>10.0421</c:v>
                </c:pt>
                <c:pt idx="20">
                  <c:v>10.0373</c:v>
                </c:pt>
                <c:pt idx="21">
                  <c:v>10.030099999999999</c:v>
                </c:pt>
                <c:pt idx="22">
                  <c:v>10.0229</c:v>
                </c:pt>
                <c:pt idx="23">
                  <c:v>10.016299999999999</c:v>
                </c:pt>
                <c:pt idx="24">
                  <c:v>10.010199999999999</c:v>
                </c:pt>
                <c:pt idx="25">
                  <c:v>10.004099999999999</c:v>
                </c:pt>
                <c:pt idx="26">
                  <c:v>10.0025</c:v>
                </c:pt>
                <c:pt idx="27">
                  <c:v>10.0009</c:v>
                </c:pt>
                <c:pt idx="28">
                  <c:v>10.001799999999999</c:v>
                </c:pt>
                <c:pt idx="29">
                  <c:v>10.0053</c:v>
                </c:pt>
                <c:pt idx="30">
                  <c:v>10.008699999999999</c:v>
                </c:pt>
                <c:pt idx="31">
                  <c:v>10.0143</c:v>
                </c:pt>
                <c:pt idx="32">
                  <c:v>10.0199</c:v>
                </c:pt>
                <c:pt idx="33">
                  <c:v>10.025</c:v>
                </c:pt>
                <c:pt idx="34">
                  <c:v>10.0296</c:v>
                </c:pt>
                <c:pt idx="35">
                  <c:v>10.0342</c:v>
                </c:pt>
                <c:pt idx="36">
                  <c:v>10.034800000000001</c:v>
                </c:pt>
                <c:pt idx="37">
                  <c:v>10.035299999999999</c:v>
                </c:pt>
                <c:pt idx="38">
                  <c:v>10.032299999999999</c:v>
                </c:pt>
                <c:pt idx="39">
                  <c:v>10.025700000000001</c:v>
                </c:pt>
                <c:pt idx="40">
                  <c:v>10.019</c:v>
                </c:pt>
                <c:pt idx="41">
                  <c:v>10.0024</c:v>
                </c:pt>
                <c:pt idx="42">
                  <c:v>9.9856999999999996</c:v>
                </c:pt>
                <c:pt idx="43">
                  <c:v>9.9651999999999994</c:v>
                </c:pt>
                <c:pt idx="44">
                  <c:v>9.9410000000000007</c:v>
                </c:pt>
                <c:pt idx="45">
                  <c:v>9.9168000000000003</c:v>
                </c:pt>
                <c:pt idx="46">
                  <c:v>9.8937000000000008</c:v>
                </c:pt>
                <c:pt idx="47">
                  <c:v>9.8704999999999998</c:v>
                </c:pt>
                <c:pt idx="48">
                  <c:v>9.8522999999999996</c:v>
                </c:pt>
                <c:pt idx="49">
                  <c:v>9.8391000000000002</c:v>
                </c:pt>
                <c:pt idx="50">
                  <c:v>9.8257999999999992</c:v>
                </c:pt>
                <c:pt idx="51">
                  <c:v>9.8314000000000004</c:v>
                </c:pt>
                <c:pt idx="52">
                  <c:v>9.8369999999999997</c:v>
                </c:pt>
                <c:pt idx="53">
                  <c:v>9.8564000000000007</c:v>
                </c:pt>
                <c:pt idx="54">
                  <c:v>9.8895999999999997</c:v>
                </c:pt>
                <c:pt idx="55">
                  <c:v>9.9229000000000003</c:v>
                </c:pt>
                <c:pt idx="56">
                  <c:v>9.9920000000000009</c:v>
                </c:pt>
                <c:pt idx="57">
                  <c:v>10.061</c:v>
                </c:pt>
                <c:pt idx="58">
                  <c:v>10.143000000000001</c:v>
                </c:pt>
                <c:pt idx="59">
                  <c:v>10.2379</c:v>
                </c:pt>
                <c:pt idx="60">
                  <c:v>10.332700000000001</c:v>
                </c:pt>
                <c:pt idx="61">
                  <c:v>10.4244</c:v>
                </c:pt>
                <c:pt idx="62">
                  <c:v>10.516</c:v>
                </c:pt>
                <c:pt idx="63">
                  <c:v>10.591100000000001</c:v>
                </c:pt>
                <c:pt idx="64">
                  <c:v>10.649699999999999</c:v>
                </c:pt>
                <c:pt idx="65">
                  <c:v>10.708299999999999</c:v>
                </c:pt>
                <c:pt idx="66">
                  <c:v>10.704000000000001</c:v>
                </c:pt>
                <c:pt idx="67">
                  <c:v>10.6997</c:v>
                </c:pt>
                <c:pt idx="68">
                  <c:v>10.648899999999999</c:v>
                </c:pt>
                <c:pt idx="69">
                  <c:v>10.5518</c:v>
                </c:pt>
                <c:pt idx="70">
                  <c:v>10.454700000000001</c:v>
                </c:pt>
                <c:pt idx="71">
                  <c:v>10.2379</c:v>
                </c:pt>
                <c:pt idx="72">
                  <c:v>10.021000000000001</c:v>
                </c:pt>
                <c:pt idx="73">
                  <c:v>9.7629999999999999</c:v>
                </c:pt>
                <c:pt idx="74">
                  <c:v>9.4636999999999993</c:v>
                </c:pt>
                <c:pt idx="75">
                  <c:v>9.1644000000000005</c:v>
                </c:pt>
                <c:pt idx="76">
                  <c:v>8.8829999999999991</c:v>
                </c:pt>
                <c:pt idx="77">
                  <c:v>8.6015999999999995</c:v>
                </c:pt>
                <c:pt idx="78">
                  <c:v>8.3804999999999996</c:v>
                </c:pt>
                <c:pt idx="79">
                  <c:v>8.2197999999999993</c:v>
                </c:pt>
                <c:pt idx="80">
                  <c:v>8.0589999999999993</c:v>
                </c:pt>
                <c:pt idx="81">
                  <c:v>8.1219000000000001</c:v>
                </c:pt>
                <c:pt idx="82">
                  <c:v>8.1847999999999992</c:v>
                </c:pt>
                <c:pt idx="83">
                  <c:v>8.4108999999999998</c:v>
                </c:pt>
                <c:pt idx="84">
                  <c:v>8.8003</c:v>
                </c:pt>
                <c:pt idx="85">
                  <c:v>9.1897000000000002</c:v>
                </c:pt>
                <c:pt idx="86">
                  <c:v>10.0055</c:v>
                </c:pt>
                <c:pt idx="87">
                  <c:v>10.821400000000001</c:v>
                </c:pt>
                <c:pt idx="88">
                  <c:v>11.870799999999999</c:v>
                </c:pt>
                <c:pt idx="89">
                  <c:v>13.1538</c:v>
                </c:pt>
                <c:pt idx="90">
                  <c:v>14.4369</c:v>
                </c:pt>
                <c:pt idx="91">
                  <c:v>16.173500000000001</c:v>
                </c:pt>
                <c:pt idx="92">
                  <c:v>17.91</c:v>
                </c:pt>
                <c:pt idx="93">
                  <c:v>19.865500000000001</c:v>
                </c:pt>
                <c:pt idx="94">
                  <c:v>22.0398</c:v>
                </c:pt>
                <c:pt idx="95">
                  <c:v>24.214099999999998</c:v>
                </c:pt>
                <c:pt idx="96">
                  <c:v>26.810500000000001</c:v>
                </c:pt>
                <c:pt idx="97">
                  <c:v>29.4069</c:v>
                </c:pt>
                <c:pt idx="98">
                  <c:v>32.234900000000003</c:v>
                </c:pt>
                <c:pt idx="99">
                  <c:v>35.294600000000003</c:v>
                </c:pt>
                <c:pt idx="100">
                  <c:v>38.354300000000002</c:v>
                </c:pt>
                <c:pt idx="101">
                  <c:v>40.299900000000001</c:v>
                </c:pt>
                <c:pt idx="102">
                  <c:v>42.2455</c:v>
                </c:pt>
                <c:pt idx="103">
                  <c:v>44.257300000000001</c:v>
                </c:pt>
                <c:pt idx="104">
                  <c:v>46.335299999999997</c:v>
                </c:pt>
                <c:pt idx="105">
                  <c:v>48.413400000000003</c:v>
                </c:pt>
                <c:pt idx="106">
                  <c:v>50.558100000000003</c:v>
                </c:pt>
                <c:pt idx="107">
                  <c:v>52.7027</c:v>
                </c:pt>
                <c:pt idx="108">
                  <c:v>54.876300000000001</c:v>
                </c:pt>
                <c:pt idx="109">
                  <c:v>57.078899999999997</c:v>
                </c:pt>
                <c:pt idx="110">
                  <c:v>59.281399999999998</c:v>
                </c:pt>
                <c:pt idx="111">
                  <c:v>61.533000000000001</c:v>
                </c:pt>
                <c:pt idx="112">
                  <c:v>63.784700000000001</c:v>
                </c:pt>
                <c:pt idx="113">
                  <c:v>66.056399999999996</c:v>
                </c:pt>
                <c:pt idx="114">
                  <c:v>68.348399999999998</c:v>
                </c:pt>
                <c:pt idx="115">
                  <c:v>70.640299999999996</c:v>
                </c:pt>
                <c:pt idx="116">
                  <c:v>72.963700000000003</c:v>
                </c:pt>
                <c:pt idx="117">
                  <c:v>75.287199999999999</c:v>
                </c:pt>
                <c:pt idx="118">
                  <c:v>77.622</c:v>
                </c:pt>
                <c:pt idx="119">
                  <c:v>79.968199999999996</c:v>
                </c:pt>
                <c:pt idx="120">
                  <c:v>82.314400000000006</c:v>
                </c:pt>
                <c:pt idx="121">
                  <c:v>84.674499999999995</c:v>
                </c:pt>
                <c:pt idx="122">
                  <c:v>87.034700000000001</c:v>
                </c:pt>
                <c:pt idx="123">
                  <c:v>89.397400000000005</c:v>
                </c:pt>
                <c:pt idx="124">
                  <c:v>91.762699999999995</c:v>
                </c:pt>
                <c:pt idx="125">
                  <c:v>94.128100000000003</c:v>
                </c:pt>
                <c:pt idx="126">
                  <c:v>96.489800000000002</c:v>
                </c:pt>
                <c:pt idx="127">
                  <c:v>98.851600000000005</c:v>
                </c:pt>
                <c:pt idx="128">
                  <c:v>101.2071</c:v>
                </c:pt>
                <c:pt idx="129">
                  <c:v>103.5565</c:v>
                </c:pt>
                <c:pt idx="130">
                  <c:v>105.9059</c:v>
                </c:pt>
                <c:pt idx="131">
                  <c:v>108.2341</c:v>
                </c:pt>
                <c:pt idx="132">
                  <c:v>110.5624</c:v>
                </c:pt>
                <c:pt idx="133">
                  <c:v>112.87560000000001</c:v>
                </c:pt>
                <c:pt idx="134">
                  <c:v>115.1739</c:v>
                </c:pt>
                <c:pt idx="135">
                  <c:v>117.4722</c:v>
                </c:pt>
                <c:pt idx="136">
                  <c:v>119.7319</c:v>
                </c:pt>
                <c:pt idx="137">
                  <c:v>121.9915</c:v>
                </c:pt>
                <c:pt idx="138">
                  <c:v>124.2274</c:v>
                </c:pt>
                <c:pt idx="139">
                  <c:v>126.4395</c:v>
                </c:pt>
                <c:pt idx="140">
                  <c:v>128.65170000000001</c:v>
                </c:pt>
                <c:pt idx="141">
                  <c:v>130.80760000000001</c:v>
                </c:pt>
                <c:pt idx="142">
                  <c:v>132.96350000000001</c:v>
                </c:pt>
                <c:pt idx="143">
                  <c:v>135.08699999999999</c:v>
                </c:pt>
                <c:pt idx="144">
                  <c:v>137.17789999999999</c:v>
                </c:pt>
                <c:pt idx="145">
                  <c:v>139.2688</c:v>
                </c:pt>
                <c:pt idx="146">
                  <c:v>141.28649999999999</c:v>
                </c:pt>
                <c:pt idx="147">
                  <c:v>143.30420000000001</c:v>
                </c:pt>
                <c:pt idx="148">
                  <c:v>145.28219999999999</c:v>
                </c:pt>
                <c:pt idx="149">
                  <c:v>147.22040000000001</c:v>
                </c:pt>
                <c:pt idx="150">
                  <c:v>149.15870000000001</c:v>
                </c:pt>
                <c:pt idx="151">
                  <c:v>151.01150000000001</c:v>
                </c:pt>
                <c:pt idx="152">
                  <c:v>152.86429999999999</c:v>
                </c:pt>
                <c:pt idx="153">
                  <c:v>154.67140000000001</c:v>
                </c:pt>
                <c:pt idx="154">
                  <c:v>156.43279999999999</c:v>
                </c:pt>
                <c:pt idx="155">
                  <c:v>158.1943</c:v>
                </c:pt>
                <c:pt idx="156">
                  <c:v>159.85839999999999</c:v>
                </c:pt>
                <c:pt idx="157">
                  <c:v>161.52260000000001</c:v>
                </c:pt>
                <c:pt idx="158">
                  <c:v>163.1352</c:v>
                </c:pt>
                <c:pt idx="159">
                  <c:v>164.6961</c:v>
                </c:pt>
                <c:pt idx="160">
                  <c:v>166.25710000000001</c:v>
                </c:pt>
                <c:pt idx="161">
                  <c:v>167.70840000000001</c:v>
                </c:pt>
                <c:pt idx="162">
                  <c:v>169.15960000000001</c:v>
                </c:pt>
                <c:pt idx="163">
                  <c:v>170.55189999999999</c:v>
                </c:pt>
                <c:pt idx="164">
                  <c:v>171.8853</c:v>
                </c:pt>
                <c:pt idx="165">
                  <c:v>173.21860000000001</c:v>
                </c:pt>
                <c:pt idx="166">
                  <c:v>174.4256</c:v>
                </c:pt>
                <c:pt idx="167">
                  <c:v>175.63249999999999</c:v>
                </c:pt>
                <c:pt idx="168">
                  <c:v>176.77189999999999</c:v>
                </c:pt>
                <c:pt idx="169">
                  <c:v>177.84389999999999</c:v>
                </c:pt>
                <c:pt idx="170">
                  <c:v>178.91589999999999</c:v>
                </c:pt>
                <c:pt idx="171">
                  <c:v>179.84440000000001</c:v>
                </c:pt>
                <c:pt idx="172">
                  <c:v>180.77279999999999</c:v>
                </c:pt>
                <c:pt idx="173">
                  <c:v>181.62530000000001</c:v>
                </c:pt>
                <c:pt idx="174">
                  <c:v>182.40170000000001</c:v>
                </c:pt>
                <c:pt idx="175">
                  <c:v>183.1782</c:v>
                </c:pt>
                <c:pt idx="176">
                  <c:v>183.79650000000001</c:v>
                </c:pt>
                <c:pt idx="177">
                  <c:v>184.41480000000001</c:v>
                </c:pt>
                <c:pt idx="178">
                  <c:v>184.9545</c:v>
                </c:pt>
                <c:pt idx="179">
                  <c:v>185.41540000000001</c:v>
                </c:pt>
                <c:pt idx="180">
                  <c:v>185.87629999999999</c:v>
                </c:pt>
                <c:pt idx="181">
                  <c:v>186.18180000000001</c:v>
                </c:pt>
                <c:pt idx="182">
                  <c:v>186.4872</c:v>
                </c:pt>
                <c:pt idx="183">
                  <c:v>186.7159</c:v>
                </c:pt>
                <c:pt idx="184">
                  <c:v>186.86789999999999</c:v>
                </c:pt>
                <c:pt idx="185">
                  <c:v>187.0198</c:v>
                </c:pt>
                <c:pt idx="186">
                  <c:v>187.02010000000001</c:v>
                </c:pt>
                <c:pt idx="187">
                  <c:v>187.0205</c:v>
                </c:pt>
                <c:pt idx="188">
                  <c:v>186.946</c:v>
                </c:pt>
                <c:pt idx="189">
                  <c:v>186.79669999999999</c:v>
                </c:pt>
                <c:pt idx="190">
                  <c:v>186.6474</c:v>
                </c:pt>
                <c:pt idx="191">
                  <c:v>186.3528</c:v>
                </c:pt>
                <c:pt idx="192">
                  <c:v>186.0582</c:v>
                </c:pt>
                <c:pt idx="193">
                  <c:v>185.69649999999999</c:v>
                </c:pt>
                <c:pt idx="194">
                  <c:v>185.26750000000001</c:v>
                </c:pt>
                <c:pt idx="195">
                  <c:v>184.83850000000001</c:v>
                </c:pt>
                <c:pt idx="196">
                  <c:v>184.2869</c:v>
                </c:pt>
                <c:pt idx="197">
                  <c:v>183.7354</c:v>
                </c:pt>
                <c:pt idx="198">
                  <c:v>183.1285</c:v>
                </c:pt>
                <c:pt idx="199">
                  <c:v>182.46629999999999</c:v>
                </c:pt>
                <c:pt idx="200">
                  <c:v>181.80410000000001</c:v>
                </c:pt>
                <c:pt idx="201">
                  <c:v>181.04320000000001</c:v>
                </c:pt>
                <c:pt idx="202">
                  <c:v>180.28219999999999</c:v>
                </c:pt>
                <c:pt idx="203">
                  <c:v>179.47790000000001</c:v>
                </c:pt>
                <c:pt idx="204">
                  <c:v>178.6301</c:v>
                </c:pt>
                <c:pt idx="205">
                  <c:v>177.78229999999999</c:v>
                </c:pt>
                <c:pt idx="206">
                  <c:v>176.85919999999999</c:v>
                </c:pt>
                <c:pt idx="207">
                  <c:v>175.93620000000001</c:v>
                </c:pt>
                <c:pt idx="208">
                  <c:v>174.98099999999999</c:v>
                </c:pt>
                <c:pt idx="209">
                  <c:v>173.99359999999999</c:v>
                </c:pt>
                <c:pt idx="210">
                  <c:v>173.00630000000001</c:v>
                </c:pt>
                <c:pt idx="211">
                  <c:v>171.96539999999999</c:v>
                </c:pt>
                <c:pt idx="212">
                  <c:v>170.9246</c:v>
                </c:pt>
                <c:pt idx="213">
                  <c:v>169.86240000000001</c:v>
                </c:pt>
                <c:pt idx="214">
                  <c:v>168.77889999999999</c:v>
                </c:pt>
                <c:pt idx="215">
                  <c:v>167.69540000000001</c:v>
                </c:pt>
                <c:pt idx="216">
                  <c:v>166.58</c:v>
                </c:pt>
                <c:pt idx="217">
                  <c:v>165.46459999999999</c:v>
                </c:pt>
                <c:pt idx="218">
                  <c:v>164.33869999999999</c:v>
                </c:pt>
                <c:pt idx="219">
                  <c:v>163.20230000000001</c:v>
                </c:pt>
                <c:pt idx="220">
                  <c:v>162.0659</c:v>
                </c:pt>
                <c:pt idx="221">
                  <c:v>160.9177</c:v>
                </c:pt>
                <c:pt idx="222">
                  <c:v>159.76939999999999</c:v>
                </c:pt>
                <c:pt idx="223">
                  <c:v>158.61789999999999</c:v>
                </c:pt>
                <c:pt idx="224">
                  <c:v>157.4632</c:v>
                </c:pt>
                <c:pt idx="225">
                  <c:v>156.30850000000001</c:v>
                </c:pt>
                <c:pt idx="226">
                  <c:v>155.15219999999999</c:v>
                </c:pt>
                <c:pt idx="227">
                  <c:v>153.9958</c:v>
                </c:pt>
                <c:pt idx="228">
                  <c:v>152.84110000000001</c:v>
                </c:pt>
                <c:pt idx="229">
                  <c:v>151.68809999999999</c:v>
                </c:pt>
                <c:pt idx="230">
                  <c:v>150.535</c:v>
                </c:pt>
                <c:pt idx="231">
                  <c:v>149.38999999999999</c:v>
                </c:pt>
                <c:pt idx="232">
                  <c:v>148.24510000000001</c:v>
                </c:pt>
                <c:pt idx="233">
                  <c:v>147.10659999999999</c:v>
                </c:pt>
                <c:pt idx="234">
                  <c:v>145.97460000000001</c:v>
                </c:pt>
                <c:pt idx="235">
                  <c:v>144.8425</c:v>
                </c:pt>
                <c:pt idx="236">
                  <c:v>143.72730000000001</c:v>
                </c:pt>
                <c:pt idx="237">
                  <c:v>142.6122</c:v>
                </c:pt>
                <c:pt idx="238">
                  <c:v>141.50620000000001</c:v>
                </c:pt>
                <c:pt idx="239">
                  <c:v>140.40960000000001</c:v>
                </c:pt>
                <c:pt idx="240">
                  <c:v>139.31290000000001</c:v>
                </c:pt>
                <c:pt idx="241">
                  <c:v>138.2362</c:v>
                </c:pt>
                <c:pt idx="242">
                  <c:v>137.15950000000001</c:v>
                </c:pt>
                <c:pt idx="243">
                  <c:v>136.09350000000001</c:v>
                </c:pt>
                <c:pt idx="244">
                  <c:v>135.03809999999999</c:v>
                </c:pt>
                <c:pt idx="245">
                  <c:v>133.9828</c:v>
                </c:pt>
                <c:pt idx="246">
                  <c:v>132.9503</c:v>
                </c:pt>
                <c:pt idx="247">
                  <c:v>131.9178</c:v>
                </c:pt>
                <c:pt idx="248">
                  <c:v>130.89750000000001</c:v>
                </c:pt>
                <c:pt idx="249">
                  <c:v>129.88919999999999</c:v>
                </c:pt>
                <c:pt idx="250">
                  <c:v>128.881</c:v>
                </c:pt>
                <c:pt idx="251">
                  <c:v>127.89879999999999</c:v>
                </c:pt>
                <c:pt idx="252">
                  <c:v>126.91670000000001</c:v>
                </c:pt>
                <c:pt idx="253">
                  <c:v>125.94889999999999</c:v>
                </c:pt>
                <c:pt idx="254">
                  <c:v>124.9956</c:v>
                </c:pt>
                <c:pt idx="255">
                  <c:v>124.04219999999999</c:v>
                </c:pt>
                <c:pt idx="256">
                  <c:v>123.12050000000001</c:v>
                </c:pt>
                <c:pt idx="257">
                  <c:v>122.1987</c:v>
                </c:pt>
                <c:pt idx="258">
                  <c:v>121.2941</c:v>
                </c:pt>
                <c:pt idx="259">
                  <c:v>120.4068</c:v>
                </c:pt>
                <c:pt idx="260">
                  <c:v>119.5194</c:v>
                </c:pt>
                <c:pt idx="261">
                  <c:v>118.6692</c:v>
                </c:pt>
                <c:pt idx="262">
                  <c:v>117.819</c:v>
                </c:pt>
                <c:pt idx="263">
                  <c:v>116.98869999999999</c:v>
                </c:pt>
                <c:pt idx="264">
                  <c:v>116.1785</c:v>
                </c:pt>
                <c:pt idx="265">
                  <c:v>115.3682</c:v>
                </c:pt>
                <c:pt idx="266">
                  <c:v>114.5989</c:v>
                </c:pt>
                <c:pt idx="267">
                  <c:v>113.8296</c:v>
                </c:pt>
                <c:pt idx="268">
                  <c:v>113.0795</c:v>
                </c:pt>
                <c:pt idx="269">
                  <c:v>112.3485</c:v>
                </c:pt>
                <c:pt idx="270">
                  <c:v>111.6176</c:v>
                </c:pt>
                <c:pt idx="271">
                  <c:v>110.9222</c:v>
                </c:pt>
                <c:pt idx="272">
                  <c:v>110.2268</c:v>
                </c:pt>
                <c:pt idx="273">
                  <c:v>109.54770000000001</c:v>
                </c:pt>
                <c:pt idx="274">
                  <c:v>108.8849</c:v>
                </c:pt>
                <c:pt idx="275">
                  <c:v>108.2221</c:v>
                </c:pt>
                <c:pt idx="276">
                  <c:v>107.589</c:v>
                </c:pt>
                <c:pt idx="277">
                  <c:v>106.9559</c:v>
                </c:pt>
                <c:pt idx="278">
                  <c:v>106.33620000000001</c:v>
                </c:pt>
                <c:pt idx="279">
                  <c:v>105.7299</c:v>
                </c:pt>
                <c:pt idx="280">
                  <c:v>105.1236</c:v>
                </c:pt>
                <c:pt idx="281">
                  <c:v>104.54089999999999</c:v>
                </c:pt>
                <c:pt idx="282">
                  <c:v>103.95820000000001</c:v>
                </c:pt>
                <c:pt idx="283">
                  <c:v>103.38549999999999</c:v>
                </c:pt>
                <c:pt idx="284">
                  <c:v>102.82259999999999</c:v>
                </c:pt>
                <c:pt idx="285">
                  <c:v>102.2598</c:v>
                </c:pt>
                <c:pt idx="286">
                  <c:v>101.71299999999999</c:v>
                </c:pt>
                <c:pt idx="287">
                  <c:v>101.1662</c:v>
                </c:pt>
                <c:pt idx="288">
                  <c:v>100.6255</c:v>
                </c:pt>
                <c:pt idx="289">
                  <c:v>100.0909</c:v>
                </c:pt>
                <c:pt idx="290">
                  <c:v>99.556299999999993</c:v>
                </c:pt>
                <c:pt idx="291">
                  <c:v>99.030100000000004</c:v>
                </c:pt>
                <c:pt idx="292">
                  <c:v>98.504000000000005</c:v>
                </c:pt>
                <c:pt idx="293">
                  <c:v>97.980099999999993</c:v>
                </c:pt>
                <c:pt idx="294">
                  <c:v>97.458600000000004</c:v>
                </c:pt>
                <c:pt idx="295">
                  <c:v>96.937100000000001</c:v>
                </c:pt>
                <c:pt idx="296">
                  <c:v>96.416399999999996</c:v>
                </c:pt>
                <c:pt idx="297">
                  <c:v>95.895700000000005</c:v>
                </c:pt>
                <c:pt idx="298">
                  <c:v>95.373699999999999</c:v>
                </c:pt>
                <c:pt idx="299">
                  <c:v>94.850300000000004</c:v>
                </c:pt>
                <c:pt idx="300">
                  <c:v>94.326999999999998</c:v>
                </c:pt>
                <c:pt idx="301">
                  <c:v>93.797300000000007</c:v>
                </c:pt>
                <c:pt idx="302">
                  <c:v>93.267600000000002</c:v>
                </c:pt>
                <c:pt idx="303">
                  <c:v>92.732900000000001</c:v>
                </c:pt>
                <c:pt idx="304">
                  <c:v>92.193299999999994</c:v>
                </c:pt>
                <c:pt idx="305">
                  <c:v>91.653700000000001</c:v>
                </c:pt>
                <c:pt idx="306">
                  <c:v>91.1006</c:v>
                </c:pt>
                <c:pt idx="307">
                  <c:v>90.547499999999999</c:v>
                </c:pt>
                <c:pt idx="308">
                  <c:v>89.985900000000001</c:v>
                </c:pt>
                <c:pt idx="309">
                  <c:v>89.415700000000001</c:v>
                </c:pt>
                <c:pt idx="310">
                  <c:v>88.845500000000001</c:v>
                </c:pt>
                <c:pt idx="311">
                  <c:v>88.255499999999998</c:v>
                </c:pt>
                <c:pt idx="312">
                  <c:v>87.665400000000005</c:v>
                </c:pt>
                <c:pt idx="313">
                  <c:v>87.064800000000005</c:v>
                </c:pt>
                <c:pt idx="314">
                  <c:v>86.453500000000005</c:v>
                </c:pt>
                <c:pt idx="315">
                  <c:v>85.842200000000005</c:v>
                </c:pt>
                <c:pt idx="316">
                  <c:v>85.208200000000005</c:v>
                </c:pt>
                <c:pt idx="317">
                  <c:v>84.574299999999994</c:v>
                </c:pt>
                <c:pt idx="318">
                  <c:v>83.928399999999996</c:v>
                </c:pt>
                <c:pt idx="319">
                  <c:v>83.270600000000002</c:v>
                </c:pt>
                <c:pt idx="320">
                  <c:v>82.612700000000004</c:v>
                </c:pt>
                <c:pt idx="321">
                  <c:v>81.929599999999994</c:v>
                </c:pt>
                <c:pt idx="322">
                  <c:v>81.246499999999997</c:v>
                </c:pt>
                <c:pt idx="323">
                  <c:v>80.5501</c:v>
                </c:pt>
                <c:pt idx="324">
                  <c:v>79.840400000000002</c:v>
                </c:pt>
                <c:pt idx="325">
                  <c:v>79.130700000000004</c:v>
                </c:pt>
                <c:pt idx="326">
                  <c:v>78.393000000000001</c:v>
                </c:pt>
                <c:pt idx="327">
                  <c:v>77.655299999999997</c:v>
                </c:pt>
                <c:pt idx="328">
                  <c:v>76.902699999999996</c:v>
                </c:pt>
                <c:pt idx="329">
                  <c:v>76.135300000000001</c:v>
                </c:pt>
                <c:pt idx="330">
                  <c:v>75.367900000000006</c:v>
                </c:pt>
                <c:pt idx="331">
                  <c:v>74.569199999999995</c:v>
                </c:pt>
                <c:pt idx="332">
                  <c:v>73.770499999999998</c:v>
                </c:pt>
                <c:pt idx="333">
                  <c:v>72.955399999999997</c:v>
                </c:pt>
                <c:pt idx="334">
                  <c:v>72.123699999999999</c:v>
                </c:pt>
                <c:pt idx="335">
                  <c:v>71.292100000000005</c:v>
                </c:pt>
                <c:pt idx="336">
                  <c:v>70.425899999999999</c:v>
                </c:pt>
                <c:pt idx="337">
                  <c:v>69.559600000000003</c:v>
                </c:pt>
                <c:pt idx="338">
                  <c:v>68.675299999999993</c:v>
                </c:pt>
                <c:pt idx="339">
                  <c:v>67.772900000000007</c:v>
                </c:pt>
                <c:pt idx="340">
                  <c:v>66.870400000000004</c:v>
                </c:pt>
                <c:pt idx="341">
                  <c:v>65.930700000000002</c:v>
                </c:pt>
                <c:pt idx="342">
                  <c:v>64.990899999999996</c:v>
                </c:pt>
                <c:pt idx="343">
                  <c:v>64.032200000000003</c:v>
                </c:pt>
                <c:pt idx="344">
                  <c:v>63.054699999999997</c:v>
                </c:pt>
                <c:pt idx="345">
                  <c:v>62.077199999999998</c:v>
                </c:pt>
                <c:pt idx="346">
                  <c:v>61.061500000000002</c:v>
                </c:pt>
                <c:pt idx="347">
                  <c:v>60.0458</c:v>
                </c:pt>
                <c:pt idx="348">
                  <c:v>59.010800000000003</c:v>
                </c:pt>
                <c:pt idx="349">
                  <c:v>57.956600000000002</c:v>
                </c:pt>
                <c:pt idx="350">
                  <c:v>56.9024</c:v>
                </c:pt>
                <c:pt idx="351">
                  <c:v>55.8093</c:v>
                </c:pt>
                <c:pt idx="352">
                  <c:v>54.716200000000001</c:v>
                </c:pt>
                <c:pt idx="353">
                  <c:v>53.603499999999997</c:v>
                </c:pt>
                <c:pt idx="354">
                  <c:v>52.471200000000003</c:v>
                </c:pt>
                <c:pt idx="355">
                  <c:v>51.338900000000002</c:v>
                </c:pt>
                <c:pt idx="356">
                  <c:v>50.169899999999998</c:v>
                </c:pt>
                <c:pt idx="357">
                  <c:v>49.000900000000001</c:v>
                </c:pt>
                <c:pt idx="358">
                  <c:v>47.816699999999997</c:v>
                </c:pt>
                <c:pt idx="359">
                  <c:v>46.617199999999997</c:v>
                </c:pt>
                <c:pt idx="360">
                  <c:v>45.4178</c:v>
                </c:pt>
                <c:pt idx="361">
                  <c:v>44.194400000000002</c:v>
                </c:pt>
                <c:pt idx="362">
                  <c:v>42.9709</c:v>
                </c:pt>
                <c:pt idx="363">
                  <c:v>41.738799999999998</c:v>
                </c:pt>
                <c:pt idx="364">
                  <c:v>40.497900000000001</c:v>
                </c:pt>
                <c:pt idx="365">
                  <c:v>39.256999999999998</c:v>
                </c:pt>
                <c:pt idx="366">
                  <c:v>38.005099999999999</c:v>
                </c:pt>
                <c:pt idx="367">
                  <c:v>36.7532</c:v>
                </c:pt>
                <c:pt idx="368">
                  <c:v>35.499099999999999</c:v>
                </c:pt>
                <c:pt idx="369">
                  <c:v>34.242699999999999</c:v>
                </c:pt>
                <c:pt idx="370">
                  <c:v>32.9863</c:v>
                </c:pt>
                <c:pt idx="371">
                  <c:v>31.7318</c:v>
                </c:pt>
                <c:pt idx="372">
                  <c:v>30.4773</c:v>
                </c:pt>
                <c:pt idx="373">
                  <c:v>29.226800000000001</c:v>
                </c:pt>
                <c:pt idx="374">
                  <c:v>27.980399999999999</c:v>
                </c:pt>
                <c:pt idx="375">
                  <c:v>26.734000000000002</c:v>
                </c:pt>
                <c:pt idx="376">
                  <c:v>25.501899999999999</c:v>
                </c:pt>
                <c:pt idx="377">
                  <c:v>24.2698</c:v>
                </c:pt>
                <c:pt idx="378">
                  <c:v>23.047899999999998</c:v>
                </c:pt>
                <c:pt idx="379">
                  <c:v>21.836300000000001</c:v>
                </c:pt>
                <c:pt idx="380">
                  <c:v>20.6248</c:v>
                </c:pt>
                <c:pt idx="381">
                  <c:v>19.439900000000002</c:v>
                </c:pt>
                <c:pt idx="382">
                  <c:v>18.255099999999999</c:v>
                </c:pt>
                <c:pt idx="383">
                  <c:v>17.0868</c:v>
                </c:pt>
                <c:pt idx="384">
                  <c:v>15.934900000000001</c:v>
                </c:pt>
                <c:pt idx="385">
                  <c:v>14.782999999999999</c:v>
                </c:pt>
                <c:pt idx="386">
                  <c:v>13.669499999999999</c:v>
                </c:pt>
                <c:pt idx="387">
                  <c:v>12.555999999999999</c:v>
                </c:pt>
                <c:pt idx="388">
                  <c:v>11.464</c:v>
                </c:pt>
                <c:pt idx="389">
                  <c:v>10.3935</c:v>
                </c:pt>
                <c:pt idx="390">
                  <c:v>9.3230000000000004</c:v>
                </c:pt>
                <c:pt idx="391">
                  <c:v>8.2998999999999992</c:v>
                </c:pt>
                <c:pt idx="392">
                  <c:v>7.2769000000000004</c:v>
                </c:pt>
                <c:pt idx="393">
                  <c:v>6.2797999999999998</c:v>
                </c:pt>
                <c:pt idx="394">
                  <c:v>5.3087999999999997</c:v>
                </c:pt>
                <c:pt idx="395">
                  <c:v>4.3376999999999999</c:v>
                </c:pt>
                <c:pt idx="396">
                  <c:v>3.4232</c:v>
                </c:pt>
                <c:pt idx="397">
                  <c:v>2.5085999999999999</c:v>
                </c:pt>
                <c:pt idx="398">
                  <c:v>1.6245000000000001</c:v>
                </c:pt>
                <c:pt idx="399">
                  <c:v>0.77090000000000003</c:v>
                </c:pt>
                <c:pt idx="400">
                  <c:v>-8.2699999999999996E-2</c:v>
                </c:pt>
                <c:pt idx="401">
                  <c:v>-0.87290000000000001</c:v>
                </c:pt>
                <c:pt idx="402">
                  <c:v>-1.6632</c:v>
                </c:pt>
                <c:pt idx="403">
                  <c:v>-2.4217</c:v>
                </c:pt>
                <c:pt idx="404">
                  <c:v>-3.1484999999999999</c:v>
                </c:pt>
                <c:pt idx="405">
                  <c:v>-3.8753000000000002</c:v>
                </c:pt>
                <c:pt idx="406">
                  <c:v>-4.5385999999999997</c:v>
                </c:pt>
                <c:pt idx="407">
                  <c:v>-5.2019000000000002</c:v>
                </c:pt>
                <c:pt idx="408">
                  <c:v>-5.8334999999999999</c:v>
                </c:pt>
                <c:pt idx="409">
                  <c:v>-6.4333</c:v>
                </c:pt>
                <c:pt idx="410">
                  <c:v>-7.0331000000000001</c:v>
                </c:pt>
                <c:pt idx="411">
                  <c:v>-7.5693000000000001</c:v>
                </c:pt>
                <c:pt idx="412">
                  <c:v>-8.1056000000000008</c:v>
                </c:pt>
                <c:pt idx="413">
                  <c:v>-8.6100999999999992</c:v>
                </c:pt>
                <c:pt idx="414">
                  <c:v>-9.0828000000000007</c:v>
                </c:pt>
                <c:pt idx="415">
                  <c:v>-9.5554000000000006</c:v>
                </c:pt>
                <c:pt idx="416">
                  <c:v>-9.9636999999999993</c:v>
                </c:pt>
                <c:pt idx="417">
                  <c:v>-10.3719</c:v>
                </c:pt>
                <c:pt idx="418">
                  <c:v>-10.7471</c:v>
                </c:pt>
                <c:pt idx="419">
                  <c:v>-11.0891</c:v>
                </c:pt>
                <c:pt idx="420">
                  <c:v>-11.4312</c:v>
                </c:pt>
                <c:pt idx="421">
                  <c:v>-11.705299999999999</c:v>
                </c:pt>
                <c:pt idx="422">
                  <c:v>-11.9794</c:v>
                </c:pt>
                <c:pt idx="423">
                  <c:v>-12.2187</c:v>
                </c:pt>
                <c:pt idx="424">
                  <c:v>-12.423</c:v>
                </c:pt>
                <c:pt idx="425">
                  <c:v>-12.6274</c:v>
                </c:pt>
                <c:pt idx="426">
                  <c:v>-12.760400000000001</c:v>
                </c:pt>
                <c:pt idx="427">
                  <c:v>-12.8933</c:v>
                </c:pt>
                <c:pt idx="428">
                  <c:v>-12.989599999999999</c:v>
                </c:pt>
                <c:pt idx="429">
                  <c:v>-13.0494</c:v>
                </c:pt>
                <c:pt idx="430">
                  <c:v>-13.1092</c:v>
                </c:pt>
                <c:pt idx="431">
                  <c:v>-13.0966</c:v>
                </c:pt>
                <c:pt idx="432">
                  <c:v>-13.084</c:v>
                </c:pt>
                <c:pt idx="433">
                  <c:v>-13.036899999999999</c:v>
                </c:pt>
                <c:pt idx="434">
                  <c:v>-12.9551</c:v>
                </c:pt>
                <c:pt idx="435">
                  <c:v>-12.8733</c:v>
                </c:pt>
                <c:pt idx="436">
                  <c:v>-12.7256</c:v>
                </c:pt>
                <c:pt idx="437">
                  <c:v>-12.5779</c:v>
                </c:pt>
                <c:pt idx="438">
                  <c:v>-12.398899999999999</c:v>
                </c:pt>
                <c:pt idx="439">
                  <c:v>-12.188499999999999</c:v>
                </c:pt>
                <c:pt idx="440">
                  <c:v>-11.978199999999999</c:v>
                </c:pt>
                <c:pt idx="441">
                  <c:v>-11.708399999999999</c:v>
                </c:pt>
                <c:pt idx="442">
                  <c:v>-11.438599999999999</c:v>
                </c:pt>
                <c:pt idx="443">
                  <c:v>-11.1408</c:v>
                </c:pt>
                <c:pt idx="444">
                  <c:v>-10.815</c:v>
                </c:pt>
                <c:pt idx="445">
                  <c:v>-10.489100000000001</c:v>
                </c:pt>
                <c:pt idx="446">
                  <c:v>-10.1128</c:v>
                </c:pt>
                <c:pt idx="447">
                  <c:v>-9.7363999999999997</c:v>
                </c:pt>
                <c:pt idx="448">
                  <c:v>-9.3385999999999996</c:v>
                </c:pt>
                <c:pt idx="449">
                  <c:v>-8.9192</c:v>
                </c:pt>
                <c:pt idx="450">
                  <c:v>-8.4998000000000005</c:v>
                </c:pt>
                <c:pt idx="451">
                  <c:v>-8.0449999999999999</c:v>
                </c:pt>
                <c:pt idx="452">
                  <c:v>-7.5902000000000003</c:v>
                </c:pt>
                <c:pt idx="453">
                  <c:v>-7.1214000000000004</c:v>
                </c:pt>
                <c:pt idx="454">
                  <c:v>-6.6387</c:v>
                </c:pt>
                <c:pt idx="455">
                  <c:v>-6.1561000000000003</c:v>
                </c:pt>
                <c:pt idx="456">
                  <c:v>-5.6531000000000002</c:v>
                </c:pt>
                <c:pt idx="457">
                  <c:v>-5.1501000000000001</c:v>
                </c:pt>
                <c:pt idx="458">
                  <c:v>-4.6407999999999996</c:v>
                </c:pt>
                <c:pt idx="459">
                  <c:v>-4.1250999999999998</c:v>
                </c:pt>
                <c:pt idx="460">
                  <c:v>-3.6093999999999999</c:v>
                </c:pt>
                <c:pt idx="461">
                  <c:v>-3.0888</c:v>
                </c:pt>
                <c:pt idx="462">
                  <c:v>-2.5682</c:v>
                </c:pt>
                <c:pt idx="463">
                  <c:v>-2.0489999999999999</c:v>
                </c:pt>
                <c:pt idx="464">
                  <c:v>-1.5314000000000001</c:v>
                </c:pt>
                <c:pt idx="465">
                  <c:v>-1.0138</c:v>
                </c:pt>
                <c:pt idx="466">
                  <c:v>-0.50719999999999998</c:v>
                </c:pt>
                <c:pt idx="467">
                  <c:v>-5.9999999999999995E-4</c:v>
                </c:pt>
                <c:pt idx="468">
                  <c:v>0.49659999999999999</c:v>
                </c:pt>
                <c:pt idx="469">
                  <c:v>0.98429999999999995</c:v>
                </c:pt>
                <c:pt idx="470">
                  <c:v>1.472</c:v>
                </c:pt>
                <c:pt idx="471">
                  <c:v>1.9328000000000001</c:v>
                </c:pt>
                <c:pt idx="472">
                  <c:v>2.3936999999999999</c:v>
                </c:pt>
                <c:pt idx="473">
                  <c:v>2.8372000000000002</c:v>
                </c:pt>
                <c:pt idx="474">
                  <c:v>3.2635000000000001</c:v>
                </c:pt>
                <c:pt idx="475">
                  <c:v>3.6897000000000002</c:v>
                </c:pt>
                <c:pt idx="476">
                  <c:v>4.0778999999999996</c:v>
                </c:pt>
                <c:pt idx="477">
                  <c:v>4.4660000000000002</c:v>
                </c:pt>
                <c:pt idx="478">
                  <c:v>4.8349000000000002</c:v>
                </c:pt>
                <c:pt idx="479">
                  <c:v>5.1847000000000003</c:v>
                </c:pt>
                <c:pt idx="480">
                  <c:v>5.5343999999999998</c:v>
                </c:pt>
                <c:pt idx="481">
                  <c:v>5.8456999999999999</c:v>
                </c:pt>
                <c:pt idx="482">
                  <c:v>6.157</c:v>
                </c:pt>
                <c:pt idx="483">
                  <c:v>6.4489999999999998</c:v>
                </c:pt>
                <c:pt idx="484">
                  <c:v>6.7217000000000002</c:v>
                </c:pt>
                <c:pt idx="485">
                  <c:v>6.9943</c:v>
                </c:pt>
                <c:pt idx="486">
                  <c:v>7.2282999999999999</c:v>
                </c:pt>
                <c:pt idx="487">
                  <c:v>7.4622000000000002</c:v>
                </c:pt>
                <c:pt idx="488">
                  <c:v>7.6768000000000001</c:v>
                </c:pt>
                <c:pt idx="489">
                  <c:v>7.8720999999999997</c:v>
                </c:pt>
                <c:pt idx="490">
                  <c:v>8.0672999999999995</c:v>
                </c:pt>
                <c:pt idx="491">
                  <c:v>8.2258999999999993</c:v>
                </c:pt>
                <c:pt idx="492">
                  <c:v>8.3846000000000007</c:v>
                </c:pt>
                <c:pt idx="493">
                  <c:v>8.5266999999999999</c:v>
                </c:pt>
                <c:pt idx="494">
                  <c:v>8.6524000000000001</c:v>
                </c:pt>
                <c:pt idx="495">
                  <c:v>8.7781000000000002</c:v>
                </c:pt>
                <c:pt idx="496">
                  <c:v>8.8744999999999994</c:v>
                </c:pt>
                <c:pt idx="497">
                  <c:v>8.9709000000000003</c:v>
                </c:pt>
                <c:pt idx="498">
                  <c:v>9.0546000000000006</c:v>
                </c:pt>
                <c:pt idx="499">
                  <c:v>9.1255000000000006</c:v>
                </c:pt>
                <c:pt idx="500">
                  <c:v>9.1964000000000006</c:v>
                </c:pt>
                <c:pt idx="501">
                  <c:v>9.2454000000000001</c:v>
                </c:pt>
                <c:pt idx="502">
                  <c:v>9.2944999999999993</c:v>
                </c:pt>
                <c:pt idx="503">
                  <c:v>9.3345000000000002</c:v>
                </c:pt>
                <c:pt idx="504">
                  <c:v>9.3653999999999993</c:v>
                </c:pt>
                <c:pt idx="505">
                  <c:v>9.3963999999999999</c:v>
                </c:pt>
                <c:pt idx="506">
                  <c:v>9.4123999999999999</c:v>
                </c:pt>
                <c:pt idx="507">
                  <c:v>9.4284999999999997</c:v>
                </c:pt>
                <c:pt idx="508">
                  <c:v>9.4385999999999992</c:v>
                </c:pt>
                <c:pt idx="509">
                  <c:v>9.4428000000000001</c:v>
                </c:pt>
                <c:pt idx="510">
                  <c:v>9.4469999999999992</c:v>
                </c:pt>
                <c:pt idx="511">
                  <c:v>9.4422999999999995</c:v>
                </c:pt>
                <c:pt idx="512">
                  <c:v>9.4375999999999998</c:v>
                </c:pt>
                <c:pt idx="513">
                  <c:v>9.43</c:v>
                </c:pt>
                <c:pt idx="514">
                  <c:v>9.4193999999999996</c:v>
                </c:pt>
                <c:pt idx="515">
                  <c:v>9.4087999999999994</c:v>
                </c:pt>
                <c:pt idx="516">
                  <c:v>9.3954000000000004</c:v>
                </c:pt>
                <c:pt idx="517">
                  <c:v>9.3818999999999999</c:v>
                </c:pt>
                <c:pt idx="518">
                  <c:v>9.3683999999999994</c:v>
                </c:pt>
                <c:pt idx="519">
                  <c:v>9.3549000000000007</c:v>
                </c:pt>
                <c:pt idx="520">
                  <c:v>9.3414000000000001</c:v>
                </c:pt>
                <c:pt idx="521">
                  <c:v>9.3297000000000008</c:v>
                </c:pt>
                <c:pt idx="522">
                  <c:v>9.3180999999999994</c:v>
                </c:pt>
                <c:pt idx="523">
                  <c:v>9.3079000000000001</c:v>
                </c:pt>
                <c:pt idx="524">
                  <c:v>9.2992000000000008</c:v>
                </c:pt>
                <c:pt idx="525">
                  <c:v>9.2904999999999998</c:v>
                </c:pt>
                <c:pt idx="526">
                  <c:v>9.2858999999999998</c:v>
                </c:pt>
                <c:pt idx="527">
                  <c:v>9.2812999999999999</c:v>
                </c:pt>
                <c:pt idx="528">
                  <c:v>9.2792999999999992</c:v>
                </c:pt>
                <c:pt idx="529">
                  <c:v>9.2798999999999996</c:v>
                </c:pt>
                <c:pt idx="530">
                  <c:v>9.2805</c:v>
                </c:pt>
                <c:pt idx="531">
                  <c:v>9.2873000000000001</c:v>
                </c:pt>
                <c:pt idx="532">
                  <c:v>9.2942</c:v>
                </c:pt>
                <c:pt idx="533">
                  <c:v>9.3048000000000002</c:v>
                </c:pt>
                <c:pt idx="534">
                  <c:v>9.3191000000000006</c:v>
                </c:pt>
                <c:pt idx="535">
                  <c:v>9.3333999999999993</c:v>
                </c:pt>
                <c:pt idx="536">
                  <c:v>9.3559000000000001</c:v>
                </c:pt>
                <c:pt idx="537">
                  <c:v>9.3783999999999992</c:v>
                </c:pt>
                <c:pt idx="538">
                  <c:v>9.4053000000000004</c:v>
                </c:pt>
                <c:pt idx="539">
                  <c:v>9.4367000000000001</c:v>
                </c:pt>
                <c:pt idx="540">
                  <c:v>9.4681999999999995</c:v>
                </c:pt>
                <c:pt idx="541">
                  <c:v>9.5091999999999999</c:v>
                </c:pt>
                <c:pt idx="542">
                  <c:v>9.5502000000000002</c:v>
                </c:pt>
                <c:pt idx="543">
                  <c:v>9.5962999999999994</c:v>
                </c:pt>
                <c:pt idx="544">
                  <c:v>9.6476000000000006</c:v>
                </c:pt>
                <c:pt idx="545">
                  <c:v>9.6988000000000003</c:v>
                </c:pt>
                <c:pt idx="546">
                  <c:v>9.7609999999999992</c:v>
                </c:pt>
                <c:pt idx="547">
                  <c:v>9.8231999999999999</c:v>
                </c:pt>
                <c:pt idx="548">
                  <c:v>9.8911999999999995</c:v>
                </c:pt>
                <c:pt idx="549">
                  <c:v>9.9650999999999996</c:v>
                </c:pt>
                <c:pt idx="550">
                  <c:v>10.0389</c:v>
                </c:pt>
                <c:pt idx="551">
                  <c:v>10.1251</c:v>
                </c:pt>
                <c:pt idx="552">
                  <c:v>10.2112</c:v>
                </c:pt>
                <c:pt idx="553">
                  <c:v>10.304</c:v>
                </c:pt>
                <c:pt idx="554">
                  <c:v>10.4032</c:v>
                </c:pt>
                <c:pt idx="555">
                  <c:v>10.5025</c:v>
                </c:pt>
                <c:pt idx="556">
                  <c:v>10.6157</c:v>
                </c:pt>
                <c:pt idx="557">
                  <c:v>10.728899999999999</c:v>
                </c:pt>
                <c:pt idx="558">
                  <c:v>10.849399999999999</c:v>
                </c:pt>
                <c:pt idx="559">
                  <c:v>10.9772</c:v>
                </c:pt>
                <c:pt idx="560">
                  <c:v>11.1051</c:v>
                </c:pt>
                <c:pt idx="561">
                  <c:v>11.2483</c:v>
                </c:pt>
                <c:pt idx="562">
                  <c:v>11.3916</c:v>
                </c:pt>
                <c:pt idx="563">
                  <c:v>11.5428</c:v>
                </c:pt>
                <c:pt idx="564">
                  <c:v>11.7021</c:v>
                </c:pt>
                <c:pt idx="565">
                  <c:v>11.8613</c:v>
                </c:pt>
                <c:pt idx="566">
                  <c:v>12.034700000000001</c:v>
                </c:pt>
                <c:pt idx="567">
                  <c:v>12.2081</c:v>
                </c:pt>
                <c:pt idx="568">
                  <c:v>12.3871</c:v>
                </c:pt>
                <c:pt idx="569">
                  <c:v>12.5717</c:v>
                </c:pt>
                <c:pt idx="570">
                  <c:v>12.7563</c:v>
                </c:pt>
                <c:pt idx="571">
                  <c:v>12.949</c:v>
                </c:pt>
                <c:pt idx="572">
                  <c:v>13.1417</c:v>
                </c:pt>
                <c:pt idx="573">
                  <c:v>13.3369</c:v>
                </c:pt>
                <c:pt idx="574">
                  <c:v>13.534599999999999</c:v>
                </c:pt>
                <c:pt idx="575">
                  <c:v>13.7323</c:v>
                </c:pt>
                <c:pt idx="576">
                  <c:v>13.932</c:v>
                </c:pt>
                <c:pt idx="577">
                  <c:v>14.1318</c:v>
                </c:pt>
                <c:pt idx="578">
                  <c:v>14.3309</c:v>
                </c:pt>
                <c:pt idx="579">
                  <c:v>14.5296</c:v>
                </c:pt>
                <c:pt idx="580">
                  <c:v>14.728199999999999</c:v>
                </c:pt>
                <c:pt idx="581">
                  <c:v>14.922499999999999</c:v>
                </c:pt>
                <c:pt idx="582">
                  <c:v>15.1168</c:v>
                </c:pt>
                <c:pt idx="583">
                  <c:v>15.3072</c:v>
                </c:pt>
                <c:pt idx="584">
                  <c:v>15.4938</c:v>
                </c:pt>
                <c:pt idx="585">
                  <c:v>15.680400000000001</c:v>
                </c:pt>
                <c:pt idx="586">
                  <c:v>15.8559</c:v>
                </c:pt>
                <c:pt idx="587">
                  <c:v>16.031400000000001</c:v>
                </c:pt>
                <c:pt idx="588">
                  <c:v>16.1997</c:v>
                </c:pt>
                <c:pt idx="589">
                  <c:v>16.360700000000001</c:v>
                </c:pt>
                <c:pt idx="590">
                  <c:v>16.521799999999999</c:v>
                </c:pt>
                <c:pt idx="591">
                  <c:v>16.665099999999999</c:v>
                </c:pt>
                <c:pt idx="592">
                  <c:v>16.808299999999999</c:v>
                </c:pt>
                <c:pt idx="593">
                  <c:v>16.941099999999999</c:v>
                </c:pt>
                <c:pt idx="594">
                  <c:v>17.063300000000002</c:v>
                </c:pt>
                <c:pt idx="595">
                  <c:v>17.185400000000001</c:v>
                </c:pt>
                <c:pt idx="596">
                  <c:v>17.283999999999999</c:v>
                </c:pt>
                <c:pt idx="597">
                  <c:v>17.3826</c:v>
                </c:pt>
                <c:pt idx="598">
                  <c:v>17.468299999999999</c:v>
                </c:pt>
                <c:pt idx="599">
                  <c:v>17.5412</c:v>
                </c:pt>
                <c:pt idx="600">
                  <c:v>17.614000000000001</c:v>
                </c:pt>
                <c:pt idx="601">
                  <c:v>17.658899999999999</c:v>
                </c:pt>
                <c:pt idx="602">
                  <c:v>17.703900000000001</c:v>
                </c:pt>
                <c:pt idx="603">
                  <c:v>17.733799999999999</c:v>
                </c:pt>
                <c:pt idx="604">
                  <c:v>17.7486</c:v>
                </c:pt>
                <c:pt idx="605">
                  <c:v>17.763500000000001</c:v>
                </c:pt>
                <c:pt idx="606">
                  <c:v>17.746200000000002</c:v>
                </c:pt>
                <c:pt idx="607">
                  <c:v>17.7288</c:v>
                </c:pt>
                <c:pt idx="608">
                  <c:v>17.694600000000001</c:v>
                </c:pt>
                <c:pt idx="609">
                  <c:v>17.6434</c:v>
                </c:pt>
                <c:pt idx="610">
                  <c:v>17.592199999999998</c:v>
                </c:pt>
                <c:pt idx="611">
                  <c:v>17.509699999999999</c:v>
                </c:pt>
                <c:pt idx="612">
                  <c:v>17.427099999999999</c:v>
                </c:pt>
                <c:pt idx="613">
                  <c:v>17.331099999999999</c:v>
                </c:pt>
                <c:pt idx="614">
                  <c:v>17.221499999999999</c:v>
                </c:pt>
                <c:pt idx="615">
                  <c:v>17.111899999999999</c:v>
                </c:pt>
                <c:pt idx="616">
                  <c:v>16.979500000000002</c:v>
                </c:pt>
                <c:pt idx="617">
                  <c:v>16.847200000000001</c:v>
                </c:pt>
                <c:pt idx="618">
                  <c:v>16.7057</c:v>
                </c:pt>
                <c:pt idx="619">
                  <c:v>16.555</c:v>
                </c:pt>
                <c:pt idx="620">
                  <c:v>16.404299999999999</c:v>
                </c:pt>
                <c:pt idx="621">
                  <c:v>16.239599999999999</c:v>
                </c:pt>
                <c:pt idx="622">
                  <c:v>16.0749</c:v>
                </c:pt>
                <c:pt idx="623">
                  <c:v>15.9053</c:v>
                </c:pt>
                <c:pt idx="624">
                  <c:v>15.7309</c:v>
                </c:pt>
                <c:pt idx="625">
                  <c:v>15.5565</c:v>
                </c:pt>
                <c:pt idx="626">
                  <c:v>15.3766</c:v>
                </c:pt>
                <c:pt idx="627">
                  <c:v>15.1967</c:v>
                </c:pt>
                <c:pt idx="628">
                  <c:v>15.0162</c:v>
                </c:pt>
                <c:pt idx="629">
                  <c:v>14.835000000000001</c:v>
                </c:pt>
                <c:pt idx="630">
                  <c:v>14.6539</c:v>
                </c:pt>
                <c:pt idx="631">
                  <c:v>14.4756</c:v>
                </c:pt>
                <c:pt idx="632">
                  <c:v>14.2974</c:v>
                </c:pt>
                <c:pt idx="633">
                  <c:v>14.1227</c:v>
                </c:pt>
                <c:pt idx="634">
                  <c:v>13.951599999999999</c:v>
                </c:pt>
                <c:pt idx="635">
                  <c:v>13.7805</c:v>
                </c:pt>
                <c:pt idx="636">
                  <c:v>13.620799999999999</c:v>
                </c:pt>
                <c:pt idx="637">
                  <c:v>13.461</c:v>
                </c:pt>
                <c:pt idx="638">
                  <c:v>13.3089</c:v>
                </c:pt>
                <c:pt idx="639">
                  <c:v>13.164400000000001</c:v>
                </c:pt>
                <c:pt idx="640">
                  <c:v>13.02</c:v>
                </c:pt>
                <c:pt idx="641">
                  <c:v>12.8935</c:v>
                </c:pt>
                <c:pt idx="642">
                  <c:v>12.767099999999999</c:v>
                </c:pt>
                <c:pt idx="643">
                  <c:v>12.650600000000001</c:v>
                </c:pt>
                <c:pt idx="644">
                  <c:v>12.5443</c:v>
                </c:pt>
                <c:pt idx="645">
                  <c:v>12.437900000000001</c:v>
                </c:pt>
                <c:pt idx="646">
                  <c:v>12.3538</c:v>
                </c:pt>
                <c:pt idx="647">
                  <c:v>12.2697</c:v>
                </c:pt>
                <c:pt idx="648">
                  <c:v>12.197699999999999</c:v>
                </c:pt>
                <c:pt idx="649">
                  <c:v>12.138</c:v>
                </c:pt>
                <c:pt idx="650">
                  <c:v>12.078200000000001</c:v>
                </c:pt>
                <c:pt idx="651">
                  <c:v>12.0449</c:v>
                </c:pt>
                <c:pt idx="652">
                  <c:v>12.0116</c:v>
                </c:pt>
                <c:pt idx="653">
                  <c:v>11.9923</c:v>
                </c:pt>
                <c:pt idx="654">
                  <c:v>11.9871</c:v>
                </c:pt>
                <c:pt idx="655">
                  <c:v>11.9819</c:v>
                </c:pt>
                <c:pt idx="656">
                  <c:v>12.003299999999999</c:v>
                </c:pt>
                <c:pt idx="657">
                  <c:v>12.0246</c:v>
                </c:pt>
                <c:pt idx="658">
                  <c:v>12.058</c:v>
                </c:pt>
                <c:pt idx="659">
                  <c:v>12.103400000000001</c:v>
                </c:pt>
                <c:pt idx="660">
                  <c:v>12.1487</c:v>
                </c:pt>
                <c:pt idx="661">
                  <c:v>12.215400000000001</c:v>
                </c:pt>
                <c:pt idx="662">
                  <c:v>12.282</c:v>
                </c:pt>
                <c:pt idx="663">
                  <c:v>12.358000000000001</c:v>
                </c:pt>
                <c:pt idx="664">
                  <c:v>12.443300000000001</c:v>
                </c:pt>
                <c:pt idx="665">
                  <c:v>12.528700000000001</c:v>
                </c:pt>
                <c:pt idx="666">
                  <c:v>12.63</c:v>
                </c:pt>
                <c:pt idx="667">
                  <c:v>12.731299999999999</c:v>
                </c:pt>
                <c:pt idx="668">
                  <c:v>12.839399999999999</c:v>
                </c:pt>
                <c:pt idx="669">
                  <c:v>12.9541</c:v>
                </c:pt>
                <c:pt idx="670">
                  <c:v>13.068899999999999</c:v>
                </c:pt>
                <c:pt idx="671">
                  <c:v>13.194900000000001</c:v>
                </c:pt>
                <c:pt idx="672">
                  <c:v>13.321</c:v>
                </c:pt>
                <c:pt idx="673">
                  <c:v>13.451700000000001</c:v>
                </c:pt>
                <c:pt idx="674">
                  <c:v>13.587</c:v>
                </c:pt>
                <c:pt idx="675">
                  <c:v>13.7224</c:v>
                </c:pt>
                <c:pt idx="676">
                  <c:v>13.865</c:v>
                </c:pt>
                <c:pt idx="677">
                  <c:v>14.0077</c:v>
                </c:pt>
                <c:pt idx="678">
                  <c:v>14.153</c:v>
                </c:pt>
                <c:pt idx="679">
                  <c:v>14.301</c:v>
                </c:pt>
                <c:pt idx="680">
                  <c:v>14.449</c:v>
                </c:pt>
                <c:pt idx="681">
                  <c:v>14.600300000000001</c:v>
                </c:pt>
                <c:pt idx="682">
                  <c:v>14.7517</c:v>
                </c:pt>
                <c:pt idx="683">
                  <c:v>14.903700000000001</c:v>
                </c:pt>
                <c:pt idx="684">
                  <c:v>15.0565</c:v>
                </c:pt>
                <c:pt idx="685">
                  <c:v>15.209199999999999</c:v>
                </c:pt>
                <c:pt idx="686">
                  <c:v>15.361800000000001</c:v>
                </c:pt>
                <c:pt idx="687">
                  <c:v>15.5144</c:v>
                </c:pt>
                <c:pt idx="688">
                  <c:v>15.6662</c:v>
                </c:pt>
                <c:pt idx="689">
                  <c:v>15.8171</c:v>
                </c:pt>
                <c:pt idx="690">
                  <c:v>15.968</c:v>
                </c:pt>
                <c:pt idx="691">
                  <c:v>16.1158</c:v>
                </c:pt>
                <c:pt idx="692">
                  <c:v>16.2636</c:v>
                </c:pt>
                <c:pt idx="693">
                  <c:v>16.409099999999999</c:v>
                </c:pt>
                <c:pt idx="694">
                  <c:v>16.552199999999999</c:v>
                </c:pt>
                <c:pt idx="695">
                  <c:v>16.695399999999999</c:v>
                </c:pt>
                <c:pt idx="696">
                  <c:v>16.8325</c:v>
                </c:pt>
                <c:pt idx="697">
                  <c:v>16.9695</c:v>
                </c:pt>
                <c:pt idx="698">
                  <c:v>17.102900000000002</c:v>
                </c:pt>
                <c:pt idx="699">
                  <c:v>17.232500000000002</c:v>
                </c:pt>
                <c:pt idx="700">
                  <c:v>17.362100000000002</c:v>
                </c:pt>
                <c:pt idx="701">
                  <c:v>17.4834</c:v>
                </c:pt>
                <c:pt idx="702">
                  <c:v>17.604800000000001</c:v>
                </c:pt>
                <c:pt idx="703">
                  <c:v>17.721800000000002</c:v>
                </c:pt>
                <c:pt idx="704">
                  <c:v>17.834399999999999</c:v>
                </c:pt>
                <c:pt idx="705">
                  <c:v>17.946999999999999</c:v>
                </c:pt>
                <c:pt idx="706">
                  <c:v>18.0503</c:v>
                </c:pt>
                <c:pt idx="707">
                  <c:v>18.153600000000001</c:v>
                </c:pt>
                <c:pt idx="708">
                  <c:v>18.251899999999999</c:v>
                </c:pt>
                <c:pt idx="709">
                  <c:v>18.345300000000002</c:v>
                </c:pt>
                <c:pt idx="710">
                  <c:v>18.438700000000001</c:v>
                </c:pt>
                <c:pt idx="711">
                  <c:v>18.521599999999999</c:v>
                </c:pt>
                <c:pt idx="712">
                  <c:v>18.604500000000002</c:v>
                </c:pt>
                <c:pt idx="713">
                  <c:v>18.681899999999999</c:v>
                </c:pt>
                <c:pt idx="714">
                  <c:v>18.753699999999998</c:v>
                </c:pt>
                <c:pt idx="715">
                  <c:v>18.825500000000002</c:v>
                </c:pt>
                <c:pt idx="716">
                  <c:v>18.885200000000001</c:v>
                </c:pt>
                <c:pt idx="717">
                  <c:v>18.944800000000001</c:v>
                </c:pt>
                <c:pt idx="718">
                  <c:v>18.997900000000001</c:v>
                </c:pt>
                <c:pt idx="719">
                  <c:v>19.0443</c:v>
                </c:pt>
                <c:pt idx="720">
                  <c:v>19.090599999999998</c:v>
                </c:pt>
                <c:pt idx="721">
                  <c:v>19.122599999999998</c:v>
                </c:pt>
                <c:pt idx="722">
                  <c:v>19.154499999999999</c:v>
                </c:pt>
                <c:pt idx="723">
                  <c:v>19.178699999999999</c:v>
                </c:pt>
                <c:pt idx="724">
                  <c:v>19.1951</c:v>
                </c:pt>
                <c:pt idx="725">
                  <c:v>19.211400000000001</c:v>
                </c:pt>
                <c:pt idx="726">
                  <c:v>19.211099999999998</c:v>
                </c:pt>
                <c:pt idx="727">
                  <c:v>19.210699999999999</c:v>
                </c:pt>
                <c:pt idx="728">
                  <c:v>19.201599999999999</c:v>
                </c:pt>
                <c:pt idx="729">
                  <c:v>19.183800000000002</c:v>
                </c:pt>
                <c:pt idx="730">
                  <c:v>19.165900000000001</c:v>
                </c:pt>
                <c:pt idx="731">
                  <c:v>19.131399999999999</c:v>
                </c:pt>
                <c:pt idx="732">
                  <c:v>19.096900000000002</c:v>
                </c:pt>
                <c:pt idx="733">
                  <c:v>19.0548</c:v>
                </c:pt>
                <c:pt idx="734">
                  <c:v>19.004999999999999</c:v>
                </c:pt>
                <c:pt idx="735">
                  <c:v>18.955200000000001</c:v>
                </c:pt>
                <c:pt idx="736">
                  <c:v>18.891400000000001</c:v>
                </c:pt>
                <c:pt idx="737">
                  <c:v>18.8276</c:v>
                </c:pt>
                <c:pt idx="738">
                  <c:v>18.757400000000001</c:v>
                </c:pt>
                <c:pt idx="739">
                  <c:v>18.680900000000001</c:v>
                </c:pt>
                <c:pt idx="740">
                  <c:v>18.604399999999998</c:v>
                </c:pt>
                <c:pt idx="741">
                  <c:v>18.5166</c:v>
                </c:pt>
                <c:pt idx="742">
                  <c:v>18.428699999999999</c:v>
                </c:pt>
                <c:pt idx="743">
                  <c:v>18.335899999999999</c:v>
                </c:pt>
                <c:pt idx="744">
                  <c:v>18.238099999999999</c:v>
                </c:pt>
                <c:pt idx="745">
                  <c:v>18.1403</c:v>
                </c:pt>
                <c:pt idx="746">
                  <c:v>18.034800000000001</c:v>
                </c:pt>
                <c:pt idx="747">
                  <c:v>17.929200000000002</c:v>
                </c:pt>
                <c:pt idx="748">
                  <c:v>17.820900000000002</c:v>
                </c:pt>
                <c:pt idx="749">
                  <c:v>17.709900000000001</c:v>
                </c:pt>
                <c:pt idx="750">
                  <c:v>17.5989</c:v>
                </c:pt>
                <c:pt idx="751">
                  <c:v>17.4846</c:v>
                </c:pt>
                <c:pt idx="752">
                  <c:v>17.3704</c:v>
                </c:pt>
                <c:pt idx="753">
                  <c:v>17.255700000000001</c:v>
                </c:pt>
                <c:pt idx="754">
                  <c:v>17.140499999999999</c:v>
                </c:pt>
                <c:pt idx="755">
                  <c:v>17.025400000000001</c:v>
                </c:pt>
                <c:pt idx="756">
                  <c:v>16.9116</c:v>
                </c:pt>
                <c:pt idx="757">
                  <c:v>16.797799999999999</c:v>
                </c:pt>
                <c:pt idx="758">
                  <c:v>16.6859</c:v>
                </c:pt>
                <c:pt idx="759">
                  <c:v>16.575800000000001</c:v>
                </c:pt>
                <c:pt idx="760">
                  <c:v>16.465699999999998</c:v>
                </c:pt>
                <c:pt idx="761">
                  <c:v>16.361799999999999</c:v>
                </c:pt>
                <c:pt idx="762">
                  <c:v>16.257899999999999</c:v>
                </c:pt>
                <c:pt idx="763">
                  <c:v>16.1584</c:v>
                </c:pt>
                <c:pt idx="764">
                  <c:v>16.063199999999998</c:v>
                </c:pt>
                <c:pt idx="765">
                  <c:v>15.9681</c:v>
                </c:pt>
                <c:pt idx="766">
                  <c:v>15.8841</c:v>
                </c:pt>
                <c:pt idx="767">
                  <c:v>15.8002</c:v>
                </c:pt>
                <c:pt idx="768">
                  <c:v>15.7232</c:v>
                </c:pt>
                <c:pt idx="769">
                  <c:v>15.653</c:v>
                </c:pt>
                <c:pt idx="770">
                  <c:v>15.5829</c:v>
                </c:pt>
                <c:pt idx="771">
                  <c:v>15.529</c:v>
                </c:pt>
                <c:pt idx="772">
                  <c:v>15.475199999999999</c:v>
                </c:pt>
                <c:pt idx="773">
                  <c:v>15.430300000000001</c:v>
                </c:pt>
                <c:pt idx="774">
                  <c:v>15.394299999999999</c:v>
                </c:pt>
                <c:pt idx="775">
                  <c:v>15.3584</c:v>
                </c:pt>
                <c:pt idx="776">
                  <c:v>15.338800000000001</c:v>
                </c:pt>
                <c:pt idx="777">
                  <c:v>15.3192</c:v>
                </c:pt>
                <c:pt idx="778">
                  <c:v>15.3066</c:v>
                </c:pt>
                <c:pt idx="779">
                  <c:v>15.301</c:v>
                </c:pt>
                <c:pt idx="780">
                  <c:v>15.295400000000001</c:v>
                </c:pt>
                <c:pt idx="781">
                  <c:v>15.301600000000001</c:v>
                </c:pt>
                <c:pt idx="782">
                  <c:v>15.3078</c:v>
                </c:pt>
                <c:pt idx="783">
                  <c:v>15.3187</c:v>
                </c:pt>
                <c:pt idx="784">
                  <c:v>15.3344</c:v>
                </c:pt>
                <c:pt idx="785">
                  <c:v>15.350099999999999</c:v>
                </c:pt>
                <c:pt idx="786">
                  <c:v>15.3729</c:v>
                </c:pt>
                <c:pt idx="787">
                  <c:v>15.395799999999999</c:v>
                </c:pt>
                <c:pt idx="788">
                  <c:v>15.420999999999999</c:v>
                </c:pt>
                <c:pt idx="789">
                  <c:v>15.448600000000001</c:v>
                </c:pt>
                <c:pt idx="790">
                  <c:v>15.4762</c:v>
                </c:pt>
                <c:pt idx="791">
                  <c:v>15.5055</c:v>
                </c:pt>
                <c:pt idx="792">
                  <c:v>15.534800000000001</c:v>
                </c:pt>
                <c:pt idx="793">
                  <c:v>15.5633</c:v>
                </c:pt>
                <c:pt idx="794">
                  <c:v>15.591100000000001</c:v>
                </c:pt>
                <c:pt idx="795">
                  <c:v>15.6188</c:v>
                </c:pt>
                <c:pt idx="796">
                  <c:v>15.641999999999999</c:v>
                </c:pt>
                <c:pt idx="797">
                  <c:v>15.665100000000001</c:v>
                </c:pt>
                <c:pt idx="798">
                  <c:v>15.6843</c:v>
                </c:pt>
                <c:pt idx="799">
                  <c:v>15.6996</c:v>
                </c:pt>
                <c:pt idx="800">
                  <c:v>15.7149</c:v>
                </c:pt>
                <c:pt idx="801">
                  <c:v>15.719200000000001</c:v>
                </c:pt>
                <c:pt idx="802">
                  <c:v>15.7235</c:v>
                </c:pt>
                <c:pt idx="803">
                  <c:v>15.720700000000001</c:v>
                </c:pt>
                <c:pt idx="804">
                  <c:v>15.710900000000001</c:v>
                </c:pt>
                <c:pt idx="805">
                  <c:v>15.7011</c:v>
                </c:pt>
                <c:pt idx="806">
                  <c:v>15.674200000000001</c:v>
                </c:pt>
                <c:pt idx="807">
                  <c:v>15.6473</c:v>
                </c:pt>
                <c:pt idx="808">
                  <c:v>15.6104</c:v>
                </c:pt>
                <c:pt idx="809">
                  <c:v>15.5634</c:v>
                </c:pt>
                <c:pt idx="810">
                  <c:v>15.516500000000001</c:v>
                </c:pt>
                <c:pt idx="811">
                  <c:v>15.4467</c:v>
                </c:pt>
                <c:pt idx="812">
                  <c:v>15.376899999999999</c:v>
                </c:pt>
                <c:pt idx="813">
                  <c:v>15.2941</c:v>
                </c:pt>
                <c:pt idx="814">
                  <c:v>15.198399999999999</c:v>
                </c:pt>
                <c:pt idx="815">
                  <c:v>15.1027</c:v>
                </c:pt>
                <c:pt idx="816">
                  <c:v>14.9781</c:v>
                </c:pt>
                <c:pt idx="817">
                  <c:v>14.8536</c:v>
                </c:pt>
                <c:pt idx="818">
                  <c:v>14.713900000000001</c:v>
                </c:pt>
                <c:pt idx="819">
                  <c:v>14.558999999999999</c:v>
                </c:pt>
                <c:pt idx="820">
                  <c:v>14.4041</c:v>
                </c:pt>
                <c:pt idx="821">
                  <c:v>14.2211</c:v>
                </c:pt>
                <c:pt idx="822">
                  <c:v>14.038</c:v>
                </c:pt>
                <c:pt idx="823">
                  <c:v>13.8422</c:v>
                </c:pt>
                <c:pt idx="824">
                  <c:v>13.633900000000001</c:v>
                </c:pt>
                <c:pt idx="825">
                  <c:v>13.4255</c:v>
                </c:pt>
                <c:pt idx="826">
                  <c:v>13.194699999999999</c:v>
                </c:pt>
                <c:pt idx="827">
                  <c:v>12.963900000000001</c:v>
                </c:pt>
                <c:pt idx="828">
                  <c:v>12.7234</c:v>
                </c:pt>
                <c:pt idx="829">
                  <c:v>12.473100000000001</c:v>
                </c:pt>
                <c:pt idx="830">
                  <c:v>12.222799999999999</c:v>
                </c:pt>
                <c:pt idx="831">
                  <c:v>11.9559</c:v>
                </c:pt>
                <c:pt idx="832">
                  <c:v>11.689</c:v>
                </c:pt>
                <c:pt idx="833">
                  <c:v>11.4152</c:v>
                </c:pt>
                <c:pt idx="834">
                  <c:v>11.134600000000001</c:v>
                </c:pt>
                <c:pt idx="835">
                  <c:v>10.853999999999999</c:v>
                </c:pt>
                <c:pt idx="836">
                  <c:v>10.5626</c:v>
                </c:pt>
                <c:pt idx="837">
                  <c:v>10.2713</c:v>
                </c:pt>
                <c:pt idx="838">
                  <c:v>9.9762000000000004</c:v>
                </c:pt>
                <c:pt idx="839">
                  <c:v>9.6771999999999991</c:v>
                </c:pt>
                <c:pt idx="840">
                  <c:v>9.3781999999999996</c:v>
                </c:pt>
                <c:pt idx="841">
                  <c:v>9.0746000000000002</c:v>
                </c:pt>
                <c:pt idx="842">
                  <c:v>8.7708999999999993</c:v>
                </c:pt>
                <c:pt idx="843">
                  <c:v>8.4664999999999999</c:v>
                </c:pt>
                <c:pt idx="844">
                  <c:v>8.1613000000000007</c:v>
                </c:pt>
                <c:pt idx="845">
                  <c:v>7.8559999999999999</c:v>
                </c:pt>
                <c:pt idx="846">
                  <c:v>7.5522</c:v>
                </c:pt>
                <c:pt idx="847">
                  <c:v>7.2484000000000002</c:v>
                </c:pt>
                <c:pt idx="848">
                  <c:v>6.9467999999999996</c:v>
                </c:pt>
                <c:pt idx="849">
                  <c:v>6.6473000000000004</c:v>
                </c:pt>
                <c:pt idx="850">
                  <c:v>6.3478000000000003</c:v>
                </c:pt>
                <c:pt idx="851">
                  <c:v>6.0552000000000001</c:v>
                </c:pt>
                <c:pt idx="852">
                  <c:v>5.7625999999999999</c:v>
                </c:pt>
                <c:pt idx="853">
                  <c:v>5.4748000000000001</c:v>
                </c:pt>
                <c:pt idx="854">
                  <c:v>5.1917</c:v>
                </c:pt>
                <c:pt idx="855">
                  <c:v>4.9085999999999999</c:v>
                </c:pt>
                <c:pt idx="856">
                  <c:v>4.6375000000000002</c:v>
                </c:pt>
                <c:pt idx="857">
                  <c:v>4.3663999999999996</c:v>
                </c:pt>
                <c:pt idx="858">
                  <c:v>4.1025999999999998</c:v>
                </c:pt>
                <c:pt idx="859">
                  <c:v>3.8460999999999999</c:v>
                </c:pt>
                <c:pt idx="860">
                  <c:v>3.5895000000000001</c:v>
                </c:pt>
                <c:pt idx="861">
                  <c:v>3.3500999999999999</c:v>
                </c:pt>
                <c:pt idx="862">
                  <c:v>3.1107</c:v>
                </c:pt>
                <c:pt idx="863">
                  <c:v>2.8807999999999998</c:v>
                </c:pt>
                <c:pt idx="864">
                  <c:v>2.6602000000000001</c:v>
                </c:pt>
                <c:pt idx="865">
                  <c:v>2.4397000000000002</c:v>
                </c:pt>
                <c:pt idx="866">
                  <c:v>2.2381000000000002</c:v>
                </c:pt>
                <c:pt idx="867">
                  <c:v>2.0365000000000002</c:v>
                </c:pt>
                <c:pt idx="868">
                  <c:v>1.8442000000000001</c:v>
                </c:pt>
                <c:pt idx="869">
                  <c:v>1.6612</c:v>
                </c:pt>
                <c:pt idx="870">
                  <c:v>1.4782</c:v>
                </c:pt>
                <c:pt idx="871">
                  <c:v>1.3136000000000001</c:v>
                </c:pt>
                <c:pt idx="872">
                  <c:v>1.149</c:v>
                </c:pt>
                <c:pt idx="873">
                  <c:v>0.99350000000000005</c:v>
                </c:pt>
                <c:pt idx="874">
                  <c:v>0.84699999999999998</c:v>
                </c:pt>
                <c:pt idx="875">
                  <c:v>0.70050000000000001</c:v>
                </c:pt>
                <c:pt idx="876">
                  <c:v>0.57189999999999996</c:v>
                </c:pt>
                <c:pt idx="877">
                  <c:v>0.44319999999999998</c:v>
                </c:pt>
                <c:pt idx="878">
                  <c:v>0.32350000000000001</c:v>
                </c:pt>
                <c:pt idx="879">
                  <c:v>0.21260000000000001</c:v>
                </c:pt>
                <c:pt idx="880">
                  <c:v>0.1017</c:v>
                </c:pt>
                <c:pt idx="881">
                  <c:v>8.6999999999999994E-3</c:v>
                </c:pt>
                <c:pt idx="882">
                  <c:v>-8.4199999999999997E-2</c:v>
                </c:pt>
                <c:pt idx="883">
                  <c:v>-0.1681</c:v>
                </c:pt>
                <c:pt idx="884">
                  <c:v>-0.2429</c:v>
                </c:pt>
                <c:pt idx="885">
                  <c:v>-0.31780000000000003</c:v>
                </c:pt>
                <c:pt idx="886">
                  <c:v>-0.37419999999999998</c:v>
                </c:pt>
                <c:pt idx="887">
                  <c:v>-0.43070000000000003</c:v>
                </c:pt>
                <c:pt idx="888">
                  <c:v>-0.47789999999999999</c:v>
                </c:pt>
                <c:pt idx="889">
                  <c:v>-0.51570000000000005</c:v>
                </c:pt>
                <c:pt idx="890">
                  <c:v>-0.55359999999999998</c:v>
                </c:pt>
                <c:pt idx="891">
                  <c:v>-0.57269999999999999</c:v>
                </c:pt>
                <c:pt idx="892">
                  <c:v>-0.59179999999999999</c:v>
                </c:pt>
                <c:pt idx="893">
                  <c:v>-0.60150000000000003</c:v>
                </c:pt>
                <c:pt idx="894">
                  <c:v>-0.6018</c:v>
                </c:pt>
                <c:pt idx="895">
                  <c:v>-0.60209999999999997</c:v>
                </c:pt>
                <c:pt idx="896">
                  <c:v>-0.58430000000000004</c:v>
                </c:pt>
                <c:pt idx="897">
                  <c:v>-0.56640000000000001</c:v>
                </c:pt>
                <c:pt idx="898">
                  <c:v>-0.53979999999999995</c:v>
                </c:pt>
                <c:pt idx="899">
                  <c:v>-0.50439999999999996</c:v>
                </c:pt>
                <c:pt idx="900">
                  <c:v>-0.46910000000000002</c:v>
                </c:pt>
                <c:pt idx="901">
                  <c:v>-0.4168</c:v>
                </c:pt>
                <c:pt idx="902">
                  <c:v>-0.36459999999999998</c:v>
                </c:pt>
                <c:pt idx="903">
                  <c:v>-0.30420000000000003</c:v>
                </c:pt>
                <c:pt idx="904">
                  <c:v>-0.23569999999999999</c:v>
                </c:pt>
                <c:pt idx="905">
                  <c:v>-0.1673</c:v>
                </c:pt>
                <c:pt idx="906">
                  <c:v>-8.3199999999999996E-2</c:v>
                </c:pt>
                <c:pt idx="907">
                  <c:v>8.0000000000000004E-4</c:v>
                </c:pt>
                <c:pt idx="908">
                  <c:v>9.2100000000000001E-2</c:v>
                </c:pt>
                <c:pt idx="909">
                  <c:v>0.19059999999999999</c:v>
                </c:pt>
                <c:pt idx="910">
                  <c:v>0.28910000000000002</c:v>
                </c:pt>
                <c:pt idx="911">
                  <c:v>0.4002</c:v>
                </c:pt>
                <c:pt idx="912">
                  <c:v>0.51119999999999999</c:v>
                </c:pt>
                <c:pt idx="913">
                  <c:v>0.62749999999999995</c:v>
                </c:pt>
                <c:pt idx="914">
                  <c:v>0.74890000000000001</c:v>
                </c:pt>
                <c:pt idx="915">
                  <c:v>0.87039999999999995</c:v>
                </c:pt>
                <c:pt idx="916">
                  <c:v>1.0003</c:v>
                </c:pt>
                <c:pt idx="917">
                  <c:v>1.1302000000000001</c:v>
                </c:pt>
                <c:pt idx="918">
                  <c:v>1.2633000000000001</c:v>
                </c:pt>
                <c:pt idx="919">
                  <c:v>1.3995</c:v>
                </c:pt>
                <c:pt idx="920">
                  <c:v>1.5357000000000001</c:v>
                </c:pt>
                <c:pt idx="921">
                  <c:v>1.6761999999999999</c:v>
                </c:pt>
                <c:pt idx="922">
                  <c:v>1.8168</c:v>
                </c:pt>
                <c:pt idx="923">
                  <c:v>1.9582999999999999</c:v>
                </c:pt>
                <c:pt idx="924">
                  <c:v>2.101</c:v>
                </c:pt>
                <c:pt idx="925">
                  <c:v>2.2435999999999998</c:v>
                </c:pt>
                <c:pt idx="926">
                  <c:v>2.3860000000000001</c:v>
                </c:pt>
                <c:pt idx="927">
                  <c:v>2.5284</c:v>
                </c:pt>
                <c:pt idx="928">
                  <c:v>2.6694</c:v>
                </c:pt>
                <c:pt idx="929">
                  <c:v>2.8090999999999999</c:v>
                </c:pt>
                <c:pt idx="930">
                  <c:v>2.9489000000000001</c:v>
                </c:pt>
                <c:pt idx="931">
                  <c:v>3.0836000000000001</c:v>
                </c:pt>
                <c:pt idx="932">
                  <c:v>3.2183000000000002</c:v>
                </c:pt>
                <c:pt idx="933">
                  <c:v>3.3492000000000002</c:v>
                </c:pt>
                <c:pt idx="934">
                  <c:v>3.4765000000000001</c:v>
                </c:pt>
                <c:pt idx="935">
                  <c:v>3.6036999999999999</c:v>
                </c:pt>
                <c:pt idx="936">
                  <c:v>3.7212000000000001</c:v>
                </c:pt>
                <c:pt idx="937">
                  <c:v>3.8386</c:v>
                </c:pt>
                <c:pt idx="938">
                  <c:v>3.9504000000000001</c:v>
                </c:pt>
                <c:pt idx="939">
                  <c:v>4.0566000000000004</c:v>
                </c:pt>
                <c:pt idx="940">
                  <c:v>4.1627000000000001</c:v>
                </c:pt>
                <c:pt idx="941">
                  <c:v>4.2577999999999996</c:v>
                </c:pt>
                <c:pt idx="942">
                  <c:v>4.3528000000000002</c:v>
                </c:pt>
                <c:pt idx="943">
                  <c:v>4.4424999999999999</c:v>
                </c:pt>
                <c:pt idx="944">
                  <c:v>4.5266999999999999</c:v>
                </c:pt>
                <c:pt idx="945">
                  <c:v>4.6109</c:v>
                </c:pt>
                <c:pt idx="946">
                  <c:v>4.6845999999999997</c:v>
                </c:pt>
                <c:pt idx="947">
                  <c:v>4.7583000000000002</c:v>
                </c:pt>
                <c:pt idx="948">
                  <c:v>4.8269000000000002</c:v>
                </c:pt>
                <c:pt idx="949">
                  <c:v>4.8903999999999996</c:v>
                </c:pt>
                <c:pt idx="950">
                  <c:v>4.9539</c:v>
                </c:pt>
                <c:pt idx="951">
                  <c:v>5.0075000000000003</c:v>
                </c:pt>
                <c:pt idx="952">
                  <c:v>5.0609999999999999</c:v>
                </c:pt>
                <c:pt idx="953">
                  <c:v>5.1101000000000001</c:v>
                </c:pt>
                <c:pt idx="954">
                  <c:v>5.1546000000000003</c:v>
                </c:pt>
                <c:pt idx="955">
                  <c:v>5.1992000000000003</c:v>
                </c:pt>
                <c:pt idx="956">
                  <c:v>5.2365000000000004</c:v>
                </c:pt>
                <c:pt idx="957">
                  <c:v>5.2739000000000003</c:v>
                </c:pt>
                <c:pt idx="958">
                  <c:v>5.3086000000000002</c:v>
                </c:pt>
                <c:pt idx="959">
                  <c:v>5.3407</c:v>
                </c:pt>
                <c:pt idx="960">
                  <c:v>5.3727999999999998</c:v>
                </c:pt>
                <c:pt idx="961">
                  <c:v>5.4015000000000004</c:v>
                </c:pt>
                <c:pt idx="962">
                  <c:v>5.4302000000000001</c:v>
                </c:pt>
                <c:pt idx="963">
                  <c:v>5.4581</c:v>
                </c:pt>
                <c:pt idx="964">
                  <c:v>5.4854000000000003</c:v>
                </c:pt>
                <c:pt idx="965">
                  <c:v>5.5125999999999999</c:v>
                </c:pt>
                <c:pt idx="966">
                  <c:v>5.5403000000000002</c:v>
                </c:pt>
                <c:pt idx="967">
                  <c:v>5.5679999999999996</c:v>
                </c:pt>
                <c:pt idx="968">
                  <c:v>5.5975000000000001</c:v>
                </c:pt>
                <c:pt idx="969">
                  <c:v>5.6287000000000003</c:v>
                </c:pt>
                <c:pt idx="970">
                  <c:v>5.6599000000000004</c:v>
                </c:pt>
                <c:pt idx="971">
                  <c:v>5.6993</c:v>
                </c:pt>
                <c:pt idx="972">
                  <c:v>5.7386999999999997</c:v>
                </c:pt>
                <c:pt idx="973">
                  <c:v>5.7846000000000002</c:v>
                </c:pt>
                <c:pt idx="974">
                  <c:v>5.8369999999999997</c:v>
                </c:pt>
                <c:pt idx="975">
                  <c:v>5.8894000000000002</c:v>
                </c:pt>
                <c:pt idx="976">
                  <c:v>5.9596</c:v>
                </c:pt>
                <c:pt idx="977">
                  <c:v>6.0297999999999998</c:v>
                </c:pt>
                <c:pt idx="978">
                  <c:v>6.1113999999999997</c:v>
                </c:pt>
                <c:pt idx="979">
                  <c:v>6.2042000000000002</c:v>
                </c:pt>
                <c:pt idx="980">
                  <c:v>6.2971000000000004</c:v>
                </c:pt>
                <c:pt idx="981">
                  <c:v>6.4172000000000002</c:v>
                </c:pt>
                <c:pt idx="982">
                  <c:v>6.5373999999999999</c:v>
                </c:pt>
                <c:pt idx="983">
                  <c:v>6.6708999999999996</c:v>
                </c:pt>
                <c:pt idx="984">
                  <c:v>6.8174999999999999</c:v>
                </c:pt>
                <c:pt idx="985">
                  <c:v>6.9641999999999999</c:v>
                </c:pt>
                <c:pt idx="986">
                  <c:v>7.1285999999999996</c:v>
                </c:pt>
                <c:pt idx="987">
                  <c:v>7.2930000000000001</c:v>
                </c:pt>
                <c:pt idx="988">
                  <c:v>7.4617000000000004</c:v>
                </c:pt>
                <c:pt idx="989">
                  <c:v>7.6345999999999998</c:v>
                </c:pt>
                <c:pt idx="990">
                  <c:v>7.8075000000000001</c:v>
                </c:pt>
                <c:pt idx="991">
                  <c:v>7.9795999999999996</c:v>
                </c:pt>
                <c:pt idx="992">
                  <c:v>8.1516000000000002</c:v>
                </c:pt>
                <c:pt idx="993">
                  <c:v>8.3186</c:v>
                </c:pt>
                <c:pt idx="994">
                  <c:v>8.4804999999999993</c:v>
                </c:pt>
                <c:pt idx="995">
                  <c:v>8.6425000000000001</c:v>
                </c:pt>
                <c:pt idx="996">
                  <c:v>8.7850999999999999</c:v>
                </c:pt>
                <c:pt idx="997">
                  <c:v>8.9276999999999997</c:v>
                </c:pt>
                <c:pt idx="998">
                  <c:v>9.0582999999999991</c:v>
                </c:pt>
                <c:pt idx="999">
                  <c:v>9.1768999999999998</c:v>
                </c:pt>
                <c:pt idx="1000">
                  <c:v>9.2955000000000005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785-4EFD-A2C9-9AFD76ACA2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3888191"/>
        <c:axId val="1203885311"/>
      </c:scatterChart>
      <c:valAx>
        <c:axId val="1203888191"/>
        <c:scaling>
          <c:orientation val="minMax"/>
          <c:max val="1"/>
        </c:scaling>
        <c:delete val="0"/>
        <c:axPos val="b"/>
        <c:numFmt formatCode="#,##0.0_);[Red]\(#,##0.0\)" sourceLinked="0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ko-KR" altLang="en-US"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1203885311"/>
        <c:crossesAt val="-50"/>
        <c:crossBetween val="midCat"/>
      </c:valAx>
      <c:valAx>
        <c:axId val="1203885311"/>
        <c:scaling>
          <c:orientation val="minMax"/>
          <c:min val="-5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ko-KR" altLang="en-US"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1203888191"/>
        <c:crosses val="autoZero"/>
        <c:crossBetween val="midCat"/>
      </c:valAx>
      <c:spPr>
        <a:noFill/>
        <a:ln w="6350"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ko-KR" altLang="en-US" sz="800" b="0" i="0" u="none" strike="noStrike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6A53C-803F-4BB3-9C20-5FBA503E33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D9394-4C0C-4ECE-853F-4C0A87511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4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Fig2_3_fsi_workflow.pdf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8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Case1 boundary condition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08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9C47E-7279-3143-FAE8-277A4D8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0737B-CFFB-9B09-ED3C-419302DB6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5D080-3798-A35F-913A-8FA4D1F0A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02E24-C6C2-0186-3291-99FE1458C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76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42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</a:t>
            </a:r>
            <a:r>
              <a:rPr lang="ko-KR" altLang="en-US" dirty="0"/>
              <a:t> </a:t>
            </a:r>
            <a:r>
              <a:rPr lang="en-US" altLang="ko-KR" dirty="0"/>
              <a:t>2.1</a:t>
            </a:r>
            <a:r>
              <a:rPr lang="ko-KR" altLang="en-US" dirty="0"/>
              <a:t> </a:t>
            </a:r>
            <a:r>
              <a:rPr lang="en-US" altLang="ko-KR" dirty="0"/>
              <a:t>Pipeline.pdf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75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4144-85B7-B749-276D-7F4E7AFB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92F2D-83F9-341D-C192-F91A825FD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9A22E-571A-D770-D629-43698E2E7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Fig2_2_geometries.pdf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DD2ED-DF8E-A208-2185-F44992326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49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Fig2_4_fluid_bc.pdf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98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B3F03-4CCC-D6E8-9AA1-1F1A165E8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23812-AADD-08D4-2F93-C7C367C07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33B58-EE50-5AD2-A8E8-4178B993A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Fig3_vi_compliance_panels.pdf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C9454-5863-82B9-4D56-8CE9A915E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19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4.2 sensitivity analysis individual and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36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(A) and (B) </a:t>
            </a:r>
            <a:r>
              <a:rPr lang="ko-KR" altLang="en-US" dirty="0"/>
              <a:t>파열 위치 지수로부터 얻은 파열 위치분포</a:t>
            </a:r>
            <a:r>
              <a:rPr lang="en-US" altLang="ko-KR" dirty="0"/>
              <a:t>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32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D9394-4C0C-4ECE-853F-4C0A87511E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31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8" name="Google Shape;2148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0" name="Google Shape;2180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2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2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92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23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82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99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10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25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657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880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3"/>
          <p:cNvSpPr txBox="1">
            <a:spLocks noGrp="1"/>
          </p:cNvSpPr>
          <p:nvPr>
            <p:ph type="title"/>
          </p:nvPr>
        </p:nvSpPr>
        <p:spPr>
          <a:xfrm>
            <a:off x="233775" y="857085"/>
            <a:ext cx="6390450" cy="110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3"/>
          <p:cNvSpPr txBox="1">
            <a:spLocks noGrp="1"/>
          </p:cNvSpPr>
          <p:nvPr>
            <p:ph type="body" idx="1"/>
          </p:nvPr>
        </p:nvSpPr>
        <p:spPr>
          <a:xfrm>
            <a:off x="233775" y="2219582"/>
            <a:ext cx="6390450" cy="657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342900" lvl="0" indent="-25717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685800" lvl="1" indent="-23812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28700" lvl="2" indent="-23812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lvl="3" indent="-23812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714500" lvl="4" indent="-23812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57400" lvl="5" indent="-23812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00300" lvl="6" indent="-23812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743200" lvl="7" indent="-23812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086100" lvl="8" indent="-23812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83"/>
          <p:cNvSpPr txBox="1">
            <a:spLocks noGrp="1"/>
          </p:cNvSpPr>
          <p:nvPr>
            <p:ph type="sldNum" idx="12"/>
          </p:nvPr>
        </p:nvSpPr>
        <p:spPr>
          <a:xfrm>
            <a:off x="6354344" y="8981011"/>
            <a:ext cx="411525" cy="75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18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38B9A-292A-4A29-842B-9678A99A4B29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F91EB-3A99-4495-96BF-76F5B5CAB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12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chart" Target="../charts/chart1.xml"/><Relationship Id="rId3" Type="http://schemas.openxmlformats.org/officeDocument/2006/relationships/image" Target="../media/image1.png"/><Relationship Id="rId21" Type="http://schemas.openxmlformats.org/officeDocument/2006/relationships/image" Target="../media/image3.svg"/><Relationship Id="rId12" Type="http://schemas.openxmlformats.org/officeDocument/2006/relationships/image" Target="../media/image10.png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4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9.png"/><Relationship Id="rId15" Type="http://schemas.openxmlformats.org/officeDocument/2006/relationships/image" Target="../media/image45.png"/><Relationship Id="rId10" Type="http://schemas.openxmlformats.org/officeDocument/2006/relationships/image" Target="../media/image8.png"/><Relationship Id="rId19" Type="http://schemas.openxmlformats.org/officeDocument/2006/relationships/chart" Target="../charts/chart1.xml"/><Relationship Id="rId9" Type="http://schemas.openxmlformats.org/officeDocument/2006/relationships/image" Target="../media/image7.png"/><Relationship Id="rId14" Type="http://schemas.openxmlformats.org/officeDocument/2006/relationships/image" Target="../media/image2.png"/><Relationship Id="rId22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68.png"/><Relationship Id="rId3" Type="http://schemas.openxmlformats.org/officeDocument/2006/relationships/image" Target="../media/image13.png"/><Relationship Id="rId21" Type="http://schemas.openxmlformats.org/officeDocument/2006/relationships/image" Target="../media/image7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24" Type="http://schemas.openxmlformats.org/officeDocument/2006/relationships/image" Target="../media/image15.sv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19" Type="http://schemas.openxmlformats.org/officeDocument/2006/relationships/image" Target="../media/image75.png"/><Relationship Id="rId4" Type="http://schemas.openxmlformats.org/officeDocument/2006/relationships/image" Target="../media/image13.svg"/><Relationship Id="rId9" Type="http://schemas.openxmlformats.org/officeDocument/2006/relationships/image" Target="../media/image14.svg"/><Relationship Id="rId14" Type="http://schemas.openxmlformats.org/officeDocument/2006/relationships/image" Target="../media/image69.png"/><Relationship Id="rId22" Type="http://schemas.openxmlformats.org/officeDocument/2006/relationships/image" Target="../media/image7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16.png"/><Relationship Id="rId21" Type="http://schemas.openxmlformats.org/officeDocument/2006/relationships/image" Target="../media/image39.png"/><Relationship Id="rId7" Type="http://schemas.openxmlformats.org/officeDocument/2006/relationships/image" Target="../media/image21.jpeg"/><Relationship Id="rId12" Type="http://schemas.openxmlformats.org/officeDocument/2006/relationships/image" Target="../media/image27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1.png"/><Relationship Id="rId20" Type="http://schemas.openxmlformats.org/officeDocument/2006/relationships/image" Target="../media/image38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11" Type="http://schemas.openxmlformats.org/officeDocument/2006/relationships/image" Target="../media/image26.png"/><Relationship Id="rId24" Type="http://schemas.openxmlformats.org/officeDocument/2006/relationships/image" Target="../media/image42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23" Type="http://schemas.openxmlformats.org/officeDocument/2006/relationships/image" Target="../media/image41.png"/><Relationship Id="rId28" Type="http://schemas.openxmlformats.org/officeDocument/2006/relationships/image" Target="../media/image47.png"/><Relationship Id="rId10" Type="http://schemas.openxmlformats.org/officeDocument/2006/relationships/image" Target="../media/image25.png"/><Relationship Id="rId19" Type="http://schemas.openxmlformats.org/officeDocument/2006/relationships/image" Target="../media/image37.png"/><Relationship Id="rId31" Type="http://schemas.openxmlformats.org/officeDocument/2006/relationships/image" Target="../media/image50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40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83.png"/><Relationship Id="rId3" Type="http://schemas.openxmlformats.org/officeDocument/2006/relationships/image" Target="../media/image51.png"/><Relationship Id="rId21" Type="http://schemas.openxmlformats.org/officeDocument/2006/relationships/image" Target="../media/image74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8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5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81.png"/><Relationship Id="rId5" Type="http://schemas.openxmlformats.org/officeDocument/2006/relationships/image" Target="../media/image53.png"/><Relationship Id="rId15" Type="http://schemas.openxmlformats.org/officeDocument/2006/relationships/image" Target="../media/image64.png"/><Relationship Id="rId23" Type="http://schemas.openxmlformats.org/officeDocument/2006/relationships/image" Target="../media/image80.png"/><Relationship Id="rId10" Type="http://schemas.openxmlformats.org/officeDocument/2006/relationships/image" Target="../media/image59.png"/><Relationship Id="rId19" Type="http://schemas.openxmlformats.org/officeDocument/2006/relationships/image" Target="../media/image70.png"/><Relationship Id="rId4" Type="http://schemas.openxmlformats.org/officeDocument/2006/relationships/image" Target="../media/image52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820.png"/><Relationship Id="rId7" Type="http://schemas.openxmlformats.org/officeDocument/2006/relationships/image" Target="../media/image850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87.png"/><Relationship Id="rId5" Type="http://schemas.openxmlformats.org/officeDocument/2006/relationships/image" Target="../media/image2.png"/><Relationship Id="rId10" Type="http://schemas.openxmlformats.org/officeDocument/2006/relationships/image" Target="../media/image86.png"/><Relationship Id="rId4" Type="http://schemas.openxmlformats.org/officeDocument/2006/relationships/image" Target="../media/image84.png"/><Relationship Id="rId9" Type="http://schemas.openxmlformats.org/officeDocument/2006/relationships/image" Target="../media/image3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svg"/><Relationship Id="rId4" Type="http://schemas.openxmlformats.org/officeDocument/2006/relationships/image" Target="../media/image1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19" Type="http://schemas.openxmlformats.org/officeDocument/2006/relationships/image" Target="../media/image129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15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3" Type="http://schemas.openxmlformats.org/officeDocument/2006/relationships/image" Target="../media/image114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0" Type="http://schemas.openxmlformats.org/officeDocument/2006/relationships/image" Target="../media/image140.png"/><Relationship Id="rId4" Type="http://schemas.openxmlformats.org/officeDocument/2006/relationships/image" Target="../media/image113.png"/><Relationship Id="rId9" Type="http://schemas.openxmlformats.org/officeDocument/2006/relationships/image" Target="../media/image1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E1C0C-EFCA-1D5B-553B-BD22D087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865489A-16ED-9CDC-54F6-AEA6EE77FF60}"/>
              </a:ext>
            </a:extLst>
          </p:cNvPr>
          <p:cNvGrpSpPr/>
          <p:nvPr/>
        </p:nvGrpSpPr>
        <p:grpSpPr>
          <a:xfrm>
            <a:off x="708917" y="2214690"/>
            <a:ext cx="5440166" cy="4860170"/>
            <a:chOff x="1487113" y="3218144"/>
            <a:chExt cx="3883774" cy="346971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799043F-AC65-557E-DA71-296AD40AFAAB}"/>
                </a:ext>
              </a:extLst>
            </p:cNvPr>
            <p:cNvGrpSpPr/>
            <p:nvPr/>
          </p:nvGrpSpPr>
          <p:grpSpPr>
            <a:xfrm>
              <a:off x="1487113" y="3218144"/>
              <a:ext cx="3883774" cy="3469711"/>
              <a:chOff x="1589926" y="3218144"/>
              <a:chExt cx="3883774" cy="3469711"/>
            </a:xfrm>
          </p:grpSpPr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47B4734B-5052-46C0-AD7F-06C519CD67B0}"/>
                  </a:ext>
                </a:extLst>
              </p:cNvPr>
              <p:cNvSpPr/>
              <p:nvPr/>
            </p:nvSpPr>
            <p:spPr>
              <a:xfrm>
                <a:off x="3938209" y="3369410"/>
                <a:ext cx="656749" cy="285071"/>
              </a:xfrm>
              <a:custGeom>
                <a:avLst/>
                <a:gdLst>
                  <a:gd name="connsiteX0" fmla="*/ 0 w 1092200"/>
                  <a:gd name="connsiteY0" fmla="*/ 358926 h 358926"/>
                  <a:gd name="connsiteX1" fmla="*/ 92075 w 1092200"/>
                  <a:gd name="connsiteY1" fmla="*/ 282726 h 358926"/>
                  <a:gd name="connsiteX2" fmla="*/ 168275 w 1092200"/>
                  <a:gd name="connsiteY2" fmla="*/ 146201 h 358926"/>
                  <a:gd name="connsiteX3" fmla="*/ 203200 w 1092200"/>
                  <a:gd name="connsiteY3" fmla="*/ 60476 h 358926"/>
                  <a:gd name="connsiteX4" fmla="*/ 269875 w 1092200"/>
                  <a:gd name="connsiteY4" fmla="*/ 31901 h 358926"/>
                  <a:gd name="connsiteX5" fmla="*/ 327025 w 1092200"/>
                  <a:gd name="connsiteY5" fmla="*/ 70001 h 358926"/>
                  <a:gd name="connsiteX6" fmla="*/ 352425 w 1092200"/>
                  <a:gd name="connsiteY6" fmla="*/ 168426 h 358926"/>
                  <a:gd name="connsiteX7" fmla="*/ 355600 w 1092200"/>
                  <a:gd name="connsiteY7" fmla="*/ 203351 h 358926"/>
                  <a:gd name="connsiteX8" fmla="*/ 374650 w 1092200"/>
                  <a:gd name="connsiteY8" fmla="*/ 219226 h 358926"/>
                  <a:gd name="connsiteX9" fmla="*/ 400050 w 1092200"/>
                  <a:gd name="connsiteY9" fmla="*/ 212876 h 358926"/>
                  <a:gd name="connsiteX10" fmla="*/ 415925 w 1092200"/>
                  <a:gd name="connsiteY10" fmla="*/ 212876 h 358926"/>
                  <a:gd name="connsiteX11" fmla="*/ 438150 w 1092200"/>
                  <a:gd name="connsiteY11" fmla="*/ 241451 h 358926"/>
                  <a:gd name="connsiteX12" fmla="*/ 457200 w 1092200"/>
                  <a:gd name="connsiteY12" fmla="*/ 298601 h 358926"/>
                  <a:gd name="connsiteX13" fmla="*/ 473075 w 1092200"/>
                  <a:gd name="connsiteY13" fmla="*/ 333526 h 358926"/>
                  <a:gd name="connsiteX14" fmla="*/ 495300 w 1092200"/>
                  <a:gd name="connsiteY14" fmla="*/ 349401 h 358926"/>
                  <a:gd name="connsiteX15" fmla="*/ 536575 w 1092200"/>
                  <a:gd name="connsiteY15" fmla="*/ 352576 h 358926"/>
                  <a:gd name="connsiteX16" fmla="*/ 596900 w 1092200"/>
                  <a:gd name="connsiteY16" fmla="*/ 304951 h 358926"/>
                  <a:gd name="connsiteX17" fmla="*/ 650875 w 1092200"/>
                  <a:gd name="connsiteY17" fmla="*/ 206526 h 358926"/>
                  <a:gd name="connsiteX18" fmla="*/ 704850 w 1092200"/>
                  <a:gd name="connsiteY18" fmla="*/ 76351 h 358926"/>
                  <a:gd name="connsiteX19" fmla="*/ 730250 w 1092200"/>
                  <a:gd name="connsiteY19" fmla="*/ 22376 h 358926"/>
                  <a:gd name="connsiteX20" fmla="*/ 784225 w 1092200"/>
                  <a:gd name="connsiteY20" fmla="*/ 151 h 358926"/>
                  <a:gd name="connsiteX21" fmla="*/ 844550 w 1092200"/>
                  <a:gd name="connsiteY21" fmla="*/ 31901 h 358926"/>
                  <a:gd name="connsiteX22" fmla="*/ 860425 w 1092200"/>
                  <a:gd name="connsiteY22" fmla="*/ 95401 h 358926"/>
                  <a:gd name="connsiteX23" fmla="*/ 882650 w 1092200"/>
                  <a:gd name="connsiteY23" fmla="*/ 165251 h 358926"/>
                  <a:gd name="connsiteX24" fmla="*/ 889000 w 1092200"/>
                  <a:gd name="connsiteY24" fmla="*/ 187476 h 358926"/>
                  <a:gd name="connsiteX25" fmla="*/ 904875 w 1092200"/>
                  <a:gd name="connsiteY25" fmla="*/ 197001 h 358926"/>
                  <a:gd name="connsiteX26" fmla="*/ 942975 w 1092200"/>
                  <a:gd name="connsiteY26" fmla="*/ 187476 h 358926"/>
                  <a:gd name="connsiteX27" fmla="*/ 968375 w 1092200"/>
                  <a:gd name="connsiteY27" fmla="*/ 193826 h 358926"/>
                  <a:gd name="connsiteX28" fmla="*/ 981075 w 1092200"/>
                  <a:gd name="connsiteY28" fmla="*/ 225576 h 358926"/>
                  <a:gd name="connsiteX29" fmla="*/ 1003300 w 1092200"/>
                  <a:gd name="connsiteY29" fmla="*/ 266851 h 358926"/>
                  <a:gd name="connsiteX30" fmla="*/ 1019175 w 1092200"/>
                  <a:gd name="connsiteY30" fmla="*/ 298601 h 358926"/>
                  <a:gd name="connsiteX31" fmla="*/ 1047750 w 1092200"/>
                  <a:gd name="connsiteY31" fmla="*/ 327176 h 358926"/>
                  <a:gd name="connsiteX32" fmla="*/ 1092200 w 1092200"/>
                  <a:gd name="connsiteY32" fmla="*/ 327176 h 35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092200" h="358926">
                    <a:moveTo>
                      <a:pt x="0" y="358926"/>
                    </a:moveTo>
                    <a:cubicBezTo>
                      <a:pt x="32014" y="338553"/>
                      <a:pt x="64029" y="318180"/>
                      <a:pt x="92075" y="282726"/>
                    </a:cubicBezTo>
                    <a:cubicBezTo>
                      <a:pt x="120121" y="247272"/>
                      <a:pt x="149754" y="183243"/>
                      <a:pt x="168275" y="146201"/>
                    </a:cubicBezTo>
                    <a:cubicBezTo>
                      <a:pt x="186796" y="109159"/>
                      <a:pt x="186267" y="79526"/>
                      <a:pt x="203200" y="60476"/>
                    </a:cubicBezTo>
                    <a:cubicBezTo>
                      <a:pt x="220133" y="41426"/>
                      <a:pt x="249238" y="30314"/>
                      <a:pt x="269875" y="31901"/>
                    </a:cubicBezTo>
                    <a:cubicBezTo>
                      <a:pt x="290512" y="33488"/>
                      <a:pt x="313267" y="47247"/>
                      <a:pt x="327025" y="70001"/>
                    </a:cubicBezTo>
                    <a:cubicBezTo>
                      <a:pt x="340783" y="92755"/>
                      <a:pt x="347663" y="146201"/>
                      <a:pt x="352425" y="168426"/>
                    </a:cubicBezTo>
                    <a:cubicBezTo>
                      <a:pt x="357188" y="190651"/>
                      <a:pt x="351896" y="194884"/>
                      <a:pt x="355600" y="203351"/>
                    </a:cubicBezTo>
                    <a:cubicBezTo>
                      <a:pt x="359304" y="211818"/>
                      <a:pt x="367242" y="217639"/>
                      <a:pt x="374650" y="219226"/>
                    </a:cubicBezTo>
                    <a:cubicBezTo>
                      <a:pt x="382058" y="220813"/>
                      <a:pt x="393171" y="213934"/>
                      <a:pt x="400050" y="212876"/>
                    </a:cubicBezTo>
                    <a:cubicBezTo>
                      <a:pt x="406929" y="211818"/>
                      <a:pt x="409575" y="208114"/>
                      <a:pt x="415925" y="212876"/>
                    </a:cubicBezTo>
                    <a:cubicBezTo>
                      <a:pt x="422275" y="217638"/>
                      <a:pt x="431271" y="227163"/>
                      <a:pt x="438150" y="241451"/>
                    </a:cubicBezTo>
                    <a:cubicBezTo>
                      <a:pt x="445029" y="255738"/>
                      <a:pt x="451379" y="283255"/>
                      <a:pt x="457200" y="298601"/>
                    </a:cubicBezTo>
                    <a:cubicBezTo>
                      <a:pt x="463021" y="313947"/>
                      <a:pt x="466725" y="325059"/>
                      <a:pt x="473075" y="333526"/>
                    </a:cubicBezTo>
                    <a:cubicBezTo>
                      <a:pt x="479425" y="341993"/>
                      <a:pt x="484717" y="346226"/>
                      <a:pt x="495300" y="349401"/>
                    </a:cubicBezTo>
                    <a:cubicBezTo>
                      <a:pt x="505883" y="352576"/>
                      <a:pt x="519642" y="359984"/>
                      <a:pt x="536575" y="352576"/>
                    </a:cubicBezTo>
                    <a:cubicBezTo>
                      <a:pt x="553508" y="345168"/>
                      <a:pt x="577850" y="329293"/>
                      <a:pt x="596900" y="304951"/>
                    </a:cubicBezTo>
                    <a:cubicBezTo>
                      <a:pt x="615950" y="280609"/>
                      <a:pt x="632883" y="244626"/>
                      <a:pt x="650875" y="206526"/>
                    </a:cubicBezTo>
                    <a:cubicBezTo>
                      <a:pt x="668867" y="168426"/>
                      <a:pt x="691621" y="107043"/>
                      <a:pt x="704850" y="76351"/>
                    </a:cubicBezTo>
                    <a:cubicBezTo>
                      <a:pt x="718079" y="45659"/>
                      <a:pt x="717021" y="35076"/>
                      <a:pt x="730250" y="22376"/>
                    </a:cubicBezTo>
                    <a:cubicBezTo>
                      <a:pt x="743479" y="9676"/>
                      <a:pt x="765175" y="-1436"/>
                      <a:pt x="784225" y="151"/>
                    </a:cubicBezTo>
                    <a:cubicBezTo>
                      <a:pt x="803275" y="1738"/>
                      <a:pt x="831850" y="16026"/>
                      <a:pt x="844550" y="31901"/>
                    </a:cubicBezTo>
                    <a:cubicBezTo>
                      <a:pt x="857250" y="47776"/>
                      <a:pt x="854075" y="73176"/>
                      <a:pt x="860425" y="95401"/>
                    </a:cubicBezTo>
                    <a:cubicBezTo>
                      <a:pt x="866775" y="117626"/>
                      <a:pt x="877887" y="149905"/>
                      <a:pt x="882650" y="165251"/>
                    </a:cubicBezTo>
                    <a:cubicBezTo>
                      <a:pt x="887413" y="180597"/>
                      <a:pt x="885296" y="182184"/>
                      <a:pt x="889000" y="187476"/>
                    </a:cubicBezTo>
                    <a:cubicBezTo>
                      <a:pt x="892704" y="192768"/>
                      <a:pt x="895879" y="197001"/>
                      <a:pt x="904875" y="197001"/>
                    </a:cubicBezTo>
                    <a:cubicBezTo>
                      <a:pt x="913871" y="197001"/>
                      <a:pt x="932392" y="188005"/>
                      <a:pt x="942975" y="187476"/>
                    </a:cubicBezTo>
                    <a:cubicBezTo>
                      <a:pt x="953558" y="186947"/>
                      <a:pt x="962025" y="187476"/>
                      <a:pt x="968375" y="193826"/>
                    </a:cubicBezTo>
                    <a:cubicBezTo>
                      <a:pt x="974725" y="200176"/>
                      <a:pt x="975254" y="213405"/>
                      <a:pt x="981075" y="225576"/>
                    </a:cubicBezTo>
                    <a:cubicBezTo>
                      <a:pt x="986896" y="237747"/>
                      <a:pt x="996950" y="254680"/>
                      <a:pt x="1003300" y="266851"/>
                    </a:cubicBezTo>
                    <a:cubicBezTo>
                      <a:pt x="1009650" y="279022"/>
                      <a:pt x="1011767" y="288547"/>
                      <a:pt x="1019175" y="298601"/>
                    </a:cubicBezTo>
                    <a:cubicBezTo>
                      <a:pt x="1026583" y="308655"/>
                      <a:pt x="1035579" y="322414"/>
                      <a:pt x="1047750" y="327176"/>
                    </a:cubicBezTo>
                    <a:cubicBezTo>
                      <a:pt x="1059921" y="331938"/>
                      <a:pt x="1076060" y="329557"/>
                      <a:pt x="1092200" y="3271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DEAE801-6950-0FE9-2274-71B7438C85BC}"/>
                  </a:ext>
                </a:extLst>
              </p:cNvPr>
              <p:cNvSpPr txBox="1"/>
              <p:nvPr/>
            </p:nvSpPr>
            <p:spPr>
              <a:xfrm>
                <a:off x="4306168" y="4268724"/>
                <a:ext cx="983264" cy="19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Pulsatile 1D Fluid</a:t>
                </a:r>
                <a:endParaRPr lang="ko-KR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BE45DDC-592B-8B64-3C84-66B9B4D92CF5}"/>
                  </a:ext>
                </a:extLst>
              </p:cNvPr>
              <p:cNvSpPr txBox="1"/>
              <p:nvPr/>
            </p:nvSpPr>
            <p:spPr>
              <a:xfrm>
                <a:off x="2021621" y="6076136"/>
                <a:ext cx="911168" cy="19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Steady 3D Fluid</a:t>
                </a:r>
                <a:endParaRPr lang="ko-KR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FCE3FAC-0D35-FFE0-A86D-789E0E4EF82D}"/>
                  </a:ext>
                </a:extLst>
              </p:cNvPr>
              <p:cNvSpPr txBox="1"/>
              <p:nvPr/>
            </p:nvSpPr>
            <p:spPr>
              <a:xfrm>
                <a:off x="4356404" y="6071691"/>
                <a:ext cx="916890" cy="19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>
                    <a:latin typeface="Arial" panose="020B0604020202020204" pitchFamily="34" charset="0"/>
                    <a:cs typeface="Arial" panose="020B0604020202020204" pitchFamily="34" charset="0"/>
                  </a:rPr>
                  <a:t>Steady 3D Solid</a:t>
                </a:r>
                <a:endParaRPr lang="ko-KR" altLang="en-US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2A2C2BE-D105-9E0C-8751-BFD0101AC3B2}"/>
                  </a:ext>
                </a:extLst>
              </p:cNvPr>
              <p:cNvSpPr txBox="1"/>
              <p:nvPr/>
            </p:nvSpPr>
            <p:spPr>
              <a:xfrm>
                <a:off x="2195286" y="4277535"/>
                <a:ext cx="599893" cy="19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3D Model</a:t>
                </a:r>
                <a:endParaRPr lang="ko-KR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17C62D93-FAFB-2066-0EAD-CDCB70CC34BE}"/>
                  </a:ext>
                </a:extLst>
              </p:cNvPr>
              <p:cNvGrpSpPr/>
              <p:nvPr/>
            </p:nvGrpSpPr>
            <p:grpSpPr>
              <a:xfrm>
                <a:off x="1889732" y="3638536"/>
                <a:ext cx="1277553" cy="707839"/>
                <a:chOff x="1459712" y="4899807"/>
                <a:chExt cx="1277553" cy="707839"/>
              </a:xfrm>
            </p:grpSpPr>
            <p:sp>
              <p:nvSpPr>
                <p:cNvPr id="73" name="원통형 72">
                  <a:extLst>
                    <a:ext uri="{FF2B5EF4-FFF2-40B4-BE49-F238E27FC236}">
                      <a16:creationId xmlns:a16="http://schemas.microsoft.com/office/drawing/2014/main" id="{9607887D-C2A4-4627-BC82-89F4A5D407F5}"/>
                    </a:ext>
                  </a:extLst>
                </p:cNvPr>
                <p:cNvSpPr/>
                <p:nvPr/>
              </p:nvSpPr>
              <p:spPr>
                <a:xfrm rot="14093729">
                  <a:off x="2469763" y="4917457"/>
                  <a:ext cx="137135" cy="101835"/>
                </a:xfrm>
                <a:prstGeom prst="can">
                  <a:avLst>
                    <a:gd name="adj" fmla="val 50000"/>
                  </a:avLst>
                </a:prstGeom>
                <a:solidFill>
                  <a:srgbClr val="FBD1D5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74" name="원통형 73">
                  <a:extLst>
                    <a:ext uri="{FF2B5EF4-FFF2-40B4-BE49-F238E27FC236}">
                      <a16:creationId xmlns:a16="http://schemas.microsoft.com/office/drawing/2014/main" id="{0607A84C-ED78-4400-C1C2-334AB093D935}"/>
                    </a:ext>
                  </a:extLst>
                </p:cNvPr>
                <p:cNvSpPr/>
                <p:nvPr/>
              </p:nvSpPr>
              <p:spPr>
                <a:xfrm rot="17811370">
                  <a:off x="2629340" y="5356274"/>
                  <a:ext cx="114015" cy="101835"/>
                </a:xfrm>
                <a:prstGeom prst="can">
                  <a:avLst>
                    <a:gd name="adj" fmla="val 50000"/>
                  </a:avLst>
                </a:prstGeom>
                <a:solidFill>
                  <a:srgbClr val="FBD1D5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75" name="자유형: 도형 74">
                  <a:extLst>
                    <a:ext uri="{FF2B5EF4-FFF2-40B4-BE49-F238E27FC236}">
                      <a16:creationId xmlns:a16="http://schemas.microsoft.com/office/drawing/2014/main" id="{554085C2-4B73-DF05-D6D3-6B7F15F0DEF4}"/>
                    </a:ext>
                  </a:extLst>
                </p:cNvPr>
                <p:cNvSpPr/>
                <p:nvPr/>
              </p:nvSpPr>
              <p:spPr>
                <a:xfrm rot="15331099">
                  <a:off x="1814160" y="4731021"/>
                  <a:ext cx="594694" cy="1158555"/>
                </a:xfrm>
                <a:custGeom>
                  <a:avLst/>
                  <a:gdLst>
                    <a:gd name="connsiteX0" fmla="*/ 1016105 w 1019085"/>
                    <a:gd name="connsiteY0" fmla="*/ 1787090 h 1985333"/>
                    <a:gd name="connsiteX1" fmla="*/ 905689 w 1019085"/>
                    <a:gd name="connsiteY1" fmla="*/ 1878368 h 1985333"/>
                    <a:gd name="connsiteX2" fmla="*/ 741156 w 1019085"/>
                    <a:gd name="connsiteY2" fmla="*/ 1851184 h 1985333"/>
                    <a:gd name="connsiteX3" fmla="*/ 610518 w 1019085"/>
                    <a:gd name="connsiteY3" fmla="*/ 1482221 h 1985333"/>
                    <a:gd name="connsiteX4" fmla="*/ 240288 w 1019085"/>
                    <a:gd name="connsiteY4" fmla="*/ 1964857 h 1985333"/>
                    <a:gd name="connsiteX5" fmla="*/ 76369 w 1019085"/>
                    <a:gd name="connsiteY5" fmla="*/ 1940028 h 1985333"/>
                    <a:gd name="connsiteX6" fmla="*/ 9917 w 1019085"/>
                    <a:gd name="connsiteY6" fmla="*/ 1788140 h 1985333"/>
                    <a:gd name="connsiteX7" fmla="*/ 368500 w 1019085"/>
                    <a:gd name="connsiteY7" fmla="*/ 1320688 h 1985333"/>
                    <a:gd name="connsiteX8" fmla="*/ 363348 w 1019085"/>
                    <a:gd name="connsiteY8" fmla="*/ 1301894 h 1985333"/>
                    <a:gd name="connsiteX9" fmla="*/ 363348 w 1019085"/>
                    <a:gd name="connsiteY9" fmla="*/ 137890 h 1985333"/>
                    <a:gd name="connsiteX10" fmla="*/ 613353 w 1019085"/>
                    <a:gd name="connsiteY10" fmla="*/ 0 h 1985333"/>
                    <a:gd name="connsiteX11" fmla="*/ 863358 w 1019085"/>
                    <a:gd name="connsiteY11" fmla="*/ 137890 h 1985333"/>
                    <a:gd name="connsiteX12" fmla="*/ 863358 w 1019085"/>
                    <a:gd name="connsiteY12" fmla="*/ 1301894 h 1985333"/>
                    <a:gd name="connsiteX13" fmla="*/ 861018 w 1019085"/>
                    <a:gd name="connsiteY13" fmla="*/ 1314694 h 1985333"/>
                    <a:gd name="connsiteX14" fmla="*/ 1016459 w 1019085"/>
                    <a:gd name="connsiteY14" fmla="*/ 1753708 h 1985333"/>
                    <a:gd name="connsiteX15" fmla="*/ 1016105 w 1019085"/>
                    <a:gd name="connsiteY15" fmla="*/ 1787090 h 1985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19085" h="1985333">
                      <a:moveTo>
                        <a:pt x="1016105" y="1787090"/>
                      </a:moveTo>
                      <a:cubicBezTo>
                        <a:pt x="1004856" y="1821738"/>
                        <a:pt x="962706" y="1858180"/>
                        <a:pt x="905689" y="1878368"/>
                      </a:cubicBezTo>
                      <a:cubicBezTo>
                        <a:pt x="829666" y="1905284"/>
                        <a:pt x="756002" y="1893114"/>
                        <a:pt x="741156" y="1851184"/>
                      </a:cubicBezTo>
                      <a:lnTo>
                        <a:pt x="610518" y="1482221"/>
                      </a:lnTo>
                      <a:lnTo>
                        <a:pt x="240288" y="1964857"/>
                      </a:lnTo>
                      <a:cubicBezTo>
                        <a:pt x="213373" y="1999943"/>
                        <a:pt x="139983" y="1988827"/>
                        <a:pt x="76369" y="1940028"/>
                      </a:cubicBezTo>
                      <a:cubicBezTo>
                        <a:pt x="12754" y="1891229"/>
                        <a:pt x="-16998" y="1823226"/>
                        <a:pt x="9917" y="1788140"/>
                      </a:cubicBezTo>
                      <a:lnTo>
                        <a:pt x="368500" y="1320688"/>
                      </a:lnTo>
                      <a:lnTo>
                        <a:pt x="363348" y="1301894"/>
                      </a:lnTo>
                      <a:lnTo>
                        <a:pt x="363348" y="137890"/>
                      </a:lnTo>
                      <a:cubicBezTo>
                        <a:pt x="363348" y="61735"/>
                        <a:pt x="475279" y="0"/>
                        <a:pt x="613353" y="0"/>
                      </a:cubicBezTo>
                      <a:cubicBezTo>
                        <a:pt x="751427" y="0"/>
                        <a:pt x="863358" y="61735"/>
                        <a:pt x="863358" y="137890"/>
                      </a:cubicBezTo>
                      <a:lnTo>
                        <a:pt x="863358" y="1301894"/>
                      </a:lnTo>
                      <a:lnTo>
                        <a:pt x="861018" y="1314694"/>
                      </a:lnTo>
                      <a:lnTo>
                        <a:pt x="1016459" y="1753708"/>
                      </a:lnTo>
                      <a:cubicBezTo>
                        <a:pt x="1020170" y="1764191"/>
                        <a:pt x="1019854" y="1775541"/>
                        <a:pt x="1016105" y="1787090"/>
                      </a:cubicBezTo>
                      <a:close/>
                    </a:path>
                  </a:pathLst>
                </a:custGeom>
                <a:solidFill>
                  <a:srgbClr val="FF8F8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D129E2F4-E696-9951-2DCD-166108A63FB0}"/>
                    </a:ext>
                  </a:extLst>
                </p:cNvPr>
                <p:cNvSpPr/>
                <p:nvPr/>
              </p:nvSpPr>
              <p:spPr>
                <a:xfrm rot="20721765">
                  <a:off x="1527650" y="5233308"/>
                  <a:ext cx="163366" cy="289555"/>
                </a:xfrm>
                <a:prstGeom prst="ellipse">
                  <a:avLst/>
                </a:prstGeom>
                <a:solidFill>
                  <a:srgbClr val="FFBCBC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77" name="원통형 76">
                  <a:extLst>
                    <a:ext uri="{FF2B5EF4-FFF2-40B4-BE49-F238E27FC236}">
                      <a16:creationId xmlns:a16="http://schemas.microsoft.com/office/drawing/2014/main" id="{36A47B98-18E4-8FF9-0B3A-1DCE1387D42D}"/>
                    </a:ext>
                  </a:extLst>
                </p:cNvPr>
                <p:cNvSpPr/>
                <p:nvPr/>
              </p:nvSpPr>
              <p:spPr>
                <a:xfrm rot="15331099">
                  <a:off x="1438675" y="5290716"/>
                  <a:ext cx="243275" cy="201201"/>
                </a:xfrm>
                <a:prstGeom prst="can">
                  <a:avLst>
                    <a:gd name="adj" fmla="val 50000"/>
                  </a:avLst>
                </a:prstGeom>
                <a:solidFill>
                  <a:srgbClr val="FBD1D5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400"/>
                </a:p>
              </p:txBody>
            </p:sp>
          </p:grp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878DDC94-C37D-B931-F156-80AEB411206D}"/>
                  </a:ext>
                </a:extLst>
              </p:cNvPr>
              <p:cNvGrpSpPr/>
              <p:nvPr/>
            </p:nvGrpSpPr>
            <p:grpSpPr>
              <a:xfrm>
                <a:off x="1809499" y="5519979"/>
                <a:ext cx="1246667" cy="594614"/>
                <a:chOff x="3353105" y="5036780"/>
                <a:chExt cx="1246667" cy="594614"/>
              </a:xfrm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AFCACEA5-3174-22AD-FCED-76B0C35C9995}"/>
                    </a:ext>
                  </a:extLst>
                </p:cNvPr>
                <p:cNvSpPr/>
                <p:nvPr/>
              </p:nvSpPr>
              <p:spPr>
                <a:xfrm rot="15331099">
                  <a:off x="3679132" y="4710753"/>
                  <a:ext cx="594614" cy="1246667"/>
                </a:xfrm>
                <a:custGeom>
                  <a:avLst/>
                  <a:gdLst>
                    <a:gd name="connsiteX0" fmla="*/ 593134 w 594614"/>
                    <a:gd name="connsiteY0" fmla="*/ 1159116 h 1246667"/>
                    <a:gd name="connsiteX1" fmla="*/ 541378 w 594614"/>
                    <a:gd name="connsiteY1" fmla="*/ 1200965 h 1246667"/>
                    <a:gd name="connsiteX2" fmla="*/ 465129 w 594614"/>
                    <a:gd name="connsiteY2" fmla="*/ 1193029 h 1246667"/>
                    <a:gd name="connsiteX3" fmla="*/ 357419 w 594614"/>
                    <a:gd name="connsiteY3" fmla="*/ 906817 h 1246667"/>
                    <a:gd name="connsiteX4" fmla="*/ 352525 w 594614"/>
                    <a:gd name="connsiteY4" fmla="*/ 906323 h 1246667"/>
                    <a:gd name="connsiteX5" fmla="*/ 94694 w 594614"/>
                    <a:gd name="connsiteY5" fmla="*/ 1239917 h 1246667"/>
                    <a:gd name="connsiteX6" fmla="*/ 31342 w 594614"/>
                    <a:gd name="connsiteY6" fmla="*/ 1227448 h 1246667"/>
                    <a:gd name="connsiteX7" fmla="*/ 3306 w 594614"/>
                    <a:gd name="connsiteY7" fmla="*/ 1169285 h 1246667"/>
                    <a:gd name="connsiteX8" fmla="*/ 241434 w 594614"/>
                    <a:gd name="connsiteY8" fmla="*/ 861183 h 1246667"/>
                    <a:gd name="connsiteX9" fmla="*/ 236876 w 594614"/>
                    <a:gd name="connsiteY9" fmla="*/ 846108 h 1246667"/>
                    <a:gd name="connsiteX10" fmla="*/ 236877 w 594614"/>
                    <a:gd name="connsiteY10" fmla="*/ 60821 h 1246667"/>
                    <a:gd name="connsiteX11" fmla="*/ 236876 w 594614"/>
                    <a:gd name="connsiteY11" fmla="*/ 60819 h 1246667"/>
                    <a:gd name="connsiteX12" fmla="*/ 358514 w 594614"/>
                    <a:gd name="connsiteY12" fmla="*/ 0 h 1246667"/>
                    <a:gd name="connsiteX13" fmla="*/ 358514 w 594614"/>
                    <a:gd name="connsiteY13" fmla="*/ 0 h 1246667"/>
                    <a:gd name="connsiteX14" fmla="*/ 358515 w 594614"/>
                    <a:gd name="connsiteY14" fmla="*/ 0 h 1246667"/>
                    <a:gd name="connsiteX15" fmla="*/ 480153 w 594614"/>
                    <a:gd name="connsiteY15" fmla="*/ 60819 h 1246667"/>
                    <a:gd name="connsiteX16" fmla="*/ 480152 w 594614"/>
                    <a:gd name="connsiteY16" fmla="*/ 843594 h 1246667"/>
                    <a:gd name="connsiteX17" fmla="*/ 593477 w 594614"/>
                    <a:gd name="connsiteY17" fmla="*/ 1144728 h 1246667"/>
                    <a:gd name="connsiteX18" fmla="*/ 593134 w 594614"/>
                    <a:gd name="connsiteY18" fmla="*/ 1159116 h 124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94614" h="1246667">
                      <a:moveTo>
                        <a:pt x="593134" y="1159116"/>
                      </a:moveTo>
                      <a:cubicBezTo>
                        <a:pt x="587726" y="1174298"/>
                        <a:pt x="567960" y="1190962"/>
                        <a:pt x="541378" y="1200965"/>
                      </a:cubicBezTo>
                      <a:cubicBezTo>
                        <a:pt x="505936" y="1214303"/>
                        <a:pt x="471798" y="1210751"/>
                        <a:pt x="465129" y="1193029"/>
                      </a:cubicBezTo>
                      <a:lnTo>
                        <a:pt x="357419" y="906817"/>
                      </a:lnTo>
                      <a:lnTo>
                        <a:pt x="352525" y="906323"/>
                      </a:lnTo>
                      <a:lnTo>
                        <a:pt x="94694" y="1239917"/>
                      </a:lnTo>
                      <a:cubicBezTo>
                        <a:pt x="84942" y="1252535"/>
                        <a:pt x="56578" y="1246952"/>
                        <a:pt x="31342" y="1227448"/>
                      </a:cubicBezTo>
                      <a:cubicBezTo>
                        <a:pt x="6106" y="1207943"/>
                        <a:pt x="-6446" y="1181902"/>
                        <a:pt x="3306" y="1169285"/>
                      </a:cubicBezTo>
                      <a:lnTo>
                        <a:pt x="241434" y="861183"/>
                      </a:lnTo>
                      <a:lnTo>
                        <a:pt x="236876" y="846108"/>
                      </a:lnTo>
                      <a:lnTo>
                        <a:pt x="236877" y="60821"/>
                      </a:lnTo>
                      <a:lnTo>
                        <a:pt x="236876" y="60819"/>
                      </a:lnTo>
                      <a:cubicBezTo>
                        <a:pt x="236876" y="27230"/>
                        <a:pt x="291335" y="0"/>
                        <a:pt x="358514" y="0"/>
                      </a:cubicBezTo>
                      <a:lnTo>
                        <a:pt x="358514" y="0"/>
                      </a:lnTo>
                      <a:lnTo>
                        <a:pt x="358515" y="0"/>
                      </a:lnTo>
                      <a:cubicBezTo>
                        <a:pt x="425694" y="0"/>
                        <a:pt x="480153" y="27230"/>
                        <a:pt x="480153" y="60819"/>
                      </a:cubicBezTo>
                      <a:lnTo>
                        <a:pt x="480152" y="843594"/>
                      </a:lnTo>
                      <a:lnTo>
                        <a:pt x="593477" y="1144728"/>
                      </a:lnTo>
                      <a:cubicBezTo>
                        <a:pt x="595144" y="1149158"/>
                        <a:pt x="594937" y="1154055"/>
                        <a:pt x="593134" y="1159116"/>
                      </a:cubicBezTo>
                      <a:close/>
                    </a:path>
                  </a:pathLst>
                </a:custGeom>
                <a:solidFill>
                  <a:srgbClr val="FBD1D5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21E94F3A-25FD-BA68-4DB8-5BBF4462FF64}"/>
                    </a:ext>
                  </a:extLst>
                </p:cNvPr>
                <p:cNvSpPr/>
                <p:nvPr/>
              </p:nvSpPr>
              <p:spPr>
                <a:xfrm rot="20721765">
                  <a:off x="3353831" y="5295544"/>
                  <a:ext cx="128506" cy="242773"/>
                </a:xfrm>
                <a:prstGeom prst="ellipse">
                  <a:avLst/>
                </a:prstGeom>
                <a:solidFill>
                  <a:srgbClr val="FDE3E6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400"/>
                </a:p>
              </p:txBody>
            </p:sp>
          </p:grp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197F7E4E-2681-C4ED-3EF6-ACE0D3758808}"/>
                  </a:ext>
                </a:extLst>
              </p:cNvPr>
              <p:cNvGrpSpPr/>
              <p:nvPr/>
            </p:nvGrpSpPr>
            <p:grpSpPr>
              <a:xfrm>
                <a:off x="4150618" y="5533868"/>
                <a:ext cx="1180574" cy="594694"/>
                <a:chOff x="3417789" y="5799635"/>
                <a:chExt cx="1180574" cy="594694"/>
              </a:xfrm>
            </p:grpSpPr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FF68DBB2-083F-6E59-C295-198759A79D41}"/>
                    </a:ext>
                  </a:extLst>
                </p:cNvPr>
                <p:cNvSpPr/>
                <p:nvPr/>
              </p:nvSpPr>
              <p:spPr>
                <a:xfrm rot="15331099">
                  <a:off x="3721739" y="5517704"/>
                  <a:ext cx="594694" cy="1158555"/>
                </a:xfrm>
                <a:custGeom>
                  <a:avLst/>
                  <a:gdLst>
                    <a:gd name="connsiteX0" fmla="*/ 1016105 w 1019085"/>
                    <a:gd name="connsiteY0" fmla="*/ 1787090 h 1985333"/>
                    <a:gd name="connsiteX1" fmla="*/ 905689 w 1019085"/>
                    <a:gd name="connsiteY1" fmla="*/ 1878368 h 1985333"/>
                    <a:gd name="connsiteX2" fmla="*/ 741156 w 1019085"/>
                    <a:gd name="connsiteY2" fmla="*/ 1851184 h 1985333"/>
                    <a:gd name="connsiteX3" fmla="*/ 610518 w 1019085"/>
                    <a:gd name="connsiteY3" fmla="*/ 1482221 h 1985333"/>
                    <a:gd name="connsiteX4" fmla="*/ 240288 w 1019085"/>
                    <a:gd name="connsiteY4" fmla="*/ 1964857 h 1985333"/>
                    <a:gd name="connsiteX5" fmla="*/ 76369 w 1019085"/>
                    <a:gd name="connsiteY5" fmla="*/ 1940028 h 1985333"/>
                    <a:gd name="connsiteX6" fmla="*/ 9917 w 1019085"/>
                    <a:gd name="connsiteY6" fmla="*/ 1788140 h 1985333"/>
                    <a:gd name="connsiteX7" fmla="*/ 368500 w 1019085"/>
                    <a:gd name="connsiteY7" fmla="*/ 1320688 h 1985333"/>
                    <a:gd name="connsiteX8" fmla="*/ 363348 w 1019085"/>
                    <a:gd name="connsiteY8" fmla="*/ 1301894 h 1985333"/>
                    <a:gd name="connsiteX9" fmla="*/ 363348 w 1019085"/>
                    <a:gd name="connsiteY9" fmla="*/ 137890 h 1985333"/>
                    <a:gd name="connsiteX10" fmla="*/ 613353 w 1019085"/>
                    <a:gd name="connsiteY10" fmla="*/ 0 h 1985333"/>
                    <a:gd name="connsiteX11" fmla="*/ 863358 w 1019085"/>
                    <a:gd name="connsiteY11" fmla="*/ 137890 h 1985333"/>
                    <a:gd name="connsiteX12" fmla="*/ 863358 w 1019085"/>
                    <a:gd name="connsiteY12" fmla="*/ 1301894 h 1985333"/>
                    <a:gd name="connsiteX13" fmla="*/ 861018 w 1019085"/>
                    <a:gd name="connsiteY13" fmla="*/ 1314694 h 1985333"/>
                    <a:gd name="connsiteX14" fmla="*/ 1016459 w 1019085"/>
                    <a:gd name="connsiteY14" fmla="*/ 1753708 h 1985333"/>
                    <a:gd name="connsiteX15" fmla="*/ 1016105 w 1019085"/>
                    <a:gd name="connsiteY15" fmla="*/ 1787090 h 1985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19085" h="1985333">
                      <a:moveTo>
                        <a:pt x="1016105" y="1787090"/>
                      </a:moveTo>
                      <a:cubicBezTo>
                        <a:pt x="1004856" y="1821738"/>
                        <a:pt x="962706" y="1858180"/>
                        <a:pt x="905689" y="1878368"/>
                      </a:cubicBezTo>
                      <a:cubicBezTo>
                        <a:pt x="829666" y="1905284"/>
                        <a:pt x="756002" y="1893114"/>
                        <a:pt x="741156" y="1851184"/>
                      </a:cubicBezTo>
                      <a:lnTo>
                        <a:pt x="610518" y="1482221"/>
                      </a:lnTo>
                      <a:lnTo>
                        <a:pt x="240288" y="1964857"/>
                      </a:lnTo>
                      <a:cubicBezTo>
                        <a:pt x="213373" y="1999943"/>
                        <a:pt x="139983" y="1988827"/>
                        <a:pt x="76369" y="1940028"/>
                      </a:cubicBezTo>
                      <a:cubicBezTo>
                        <a:pt x="12754" y="1891229"/>
                        <a:pt x="-16998" y="1823226"/>
                        <a:pt x="9917" y="1788140"/>
                      </a:cubicBezTo>
                      <a:lnTo>
                        <a:pt x="368500" y="1320688"/>
                      </a:lnTo>
                      <a:lnTo>
                        <a:pt x="363348" y="1301894"/>
                      </a:lnTo>
                      <a:lnTo>
                        <a:pt x="363348" y="137890"/>
                      </a:lnTo>
                      <a:cubicBezTo>
                        <a:pt x="363348" y="61735"/>
                        <a:pt x="475279" y="0"/>
                        <a:pt x="613353" y="0"/>
                      </a:cubicBezTo>
                      <a:cubicBezTo>
                        <a:pt x="751427" y="0"/>
                        <a:pt x="863358" y="61735"/>
                        <a:pt x="863358" y="137890"/>
                      </a:cubicBezTo>
                      <a:lnTo>
                        <a:pt x="863358" y="1301894"/>
                      </a:lnTo>
                      <a:lnTo>
                        <a:pt x="861018" y="1314694"/>
                      </a:lnTo>
                      <a:lnTo>
                        <a:pt x="1016459" y="1753708"/>
                      </a:lnTo>
                      <a:cubicBezTo>
                        <a:pt x="1020170" y="1764191"/>
                        <a:pt x="1019854" y="1775541"/>
                        <a:pt x="1016105" y="1787090"/>
                      </a:cubicBezTo>
                      <a:close/>
                    </a:path>
                  </a:pathLst>
                </a:custGeom>
                <a:solidFill>
                  <a:srgbClr val="FF8F8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83" name="타원 82">
                  <a:extLst>
                    <a:ext uri="{FF2B5EF4-FFF2-40B4-BE49-F238E27FC236}">
                      <a16:creationId xmlns:a16="http://schemas.microsoft.com/office/drawing/2014/main" id="{B49ECF03-2D6D-EC1D-01A2-F71B934B8043}"/>
                    </a:ext>
                  </a:extLst>
                </p:cNvPr>
                <p:cNvSpPr/>
                <p:nvPr/>
              </p:nvSpPr>
              <p:spPr>
                <a:xfrm rot="20721765">
                  <a:off x="3417789" y="6026442"/>
                  <a:ext cx="163366" cy="289555"/>
                </a:xfrm>
                <a:prstGeom prst="ellipse">
                  <a:avLst/>
                </a:prstGeom>
                <a:solidFill>
                  <a:srgbClr val="FFBCBC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98AFEBAD-5C48-C885-41AA-95619367E3F4}"/>
                    </a:ext>
                  </a:extLst>
                </p:cNvPr>
                <p:cNvSpPr/>
                <p:nvPr/>
              </p:nvSpPr>
              <p:spPr>
                <a:xfrm rot="20721765">
                  <a:off x="3434009" y="6047925"/>
                  <a:ext cx="128506" cy="242773"/>
                </a:xfrm>
                <a:prstGeom prst="ellipse">
                  <a:avLst/>
                </a:prstGeom>
                <a:solidFill>
                  <a:srgbClr val="AC0000">
                    <a:alpha val="43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400"/>
                </a:p>
              </p:txBody>
            </p:sp>
          </p:grp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93BD8DA5-DA4C-77B4-E83D-4C5CFEF95184}"/>
                  </a:ext>
                </a:extLst>
              </p:cNvPr>
              <p:cNvGrpSpPr/>
              <p:nvPr/>
            </p:nvGrpSpPr>
            <p:grpSpPr>
              <a:xfrm>
                <a:off x="4134623" y="3700451"/>
                <a:ext cx="1166699" cy="493658"/>
                <a:chOff x="2919600" y="3910912"/>
                <a:chExt cx="1166699" cy="493658"/>
              </a:xfrm>
            </p:grpSpPr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E09B0989-A1BC-A77E-D9F7-90F7FFEF62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39077" y="4186448"/>
                  <a:ext cx="654461" cy="169238"/>
                </a:xfrm>
                <a:prstGeom prst="line">
                  <a:avLst/>
                </a:prstGeom>
                <a:ln w="9525">
                  <a:solidFill>
                    <a:srgbClr val="AC0000"/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직선 연결선 86">
                  <a:extLst>
                    <a:ext uri="{FF2B5EF4-FFF2-40B4-BE49-F238E27FC236}">
                      <a16:creationId xmlns:a16="http://schemas.microsoft.com/office/drawing/2014/main" id="{CA8E7E9C-83F3-6BE3-C739-69455B78B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84013" y="3938798"/>
                  <a:ext cx="304800" cy="244476"/>
                </a:xfrm>
                <a:prstGeom prst="line">
                  <a:avLst/>
                </a:prstGeom>
                <a:ln w="9525">
                  <a:solidFill>
                    <a:srgbClr val="AC0000"/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B44CB08B-2394-716A-4140-6B4ED6E90D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96713" y="4183273"/>
                  <a:ext cx="454025" cy="193675"/>
                </a:xfrm>
                <a:prstGeom prst="line">
                  <a:avLst/>
                </a:prstGeom>
                <a:ln w="9525">
                  <a:solidFill>
                    <a:srgbClr val="AC0000"/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C606C330-A720-4BF4-0706-88CB7D2051EB}"/>
                    </a:ext>
                  </a:extLst>
                </p:cNvPr>
                <p:cNvSpPr/>
                <p:nvPr/>
              </p:nvSpPr>
              <p:spPr>
                <a:xfrm>
                  <a:off x="2919600" y="4331229"/>
                  <a:ext cx="45719" cy="45719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0" name="타원 89">
                  <a:extLst>
                    <a:ext uri="{FF2B5EF4-FFF2-40B4-BE49-F238E27FC236}">
                      <a16:creationId xmlns:a16="http://schemas.microsoft.com/office/drawing/2014/main" id="{0B118D45-6B03-E91D-26B1-78EB16C7196F}"/>
                    </a:ext>
                  </a:extLst>
                </p:cNvPr>
                <p:cNvSpPr/>
                <p:nvPr/>
              </p:nvSpPr>
              <p:spPr>
                <a:xfrm>
                  <a:off x="3570678" y="4160412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1" name="타원 90">
                  <a:extLst>
                    <a:ext uri="{FF2B5EF4-FFF2-40B4-BE49-F238E27FC236}">
                      <a16:creationId xmlns:a16="http://schemas.microsoft.com/office/drawing/2014/main" id="{C0DBDD8A-6B19-C0F3-0AB7-400073BFF56B}"/>
                    </a:ext>
                  </a:extLst>
                </p:cNvPr>
                <p:cNvSpPr/>
                <p:nvPr/>
              </p:nvSpPr>
              <p:spPr>
                <a:xfrm>
                  <a:off x="3879288" y="3910912"/>
                  <a:ext cx="45719" cy="45719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44C6CEEC-4C0F-1EBB-3FB7-449A397E0C6A}"/>
                    </a:ext>
                  </a:extLst>
                </p:cNvPr>
                <p:cNvSpPr/>
                <p:nvPr/>
              </p:nvSpPr>
              <p:spPr>
                <a:xfrm>
                  <a:off x="4040580" y="4358851"/>
                  <a:ext cx="45719" cy="45719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3" name="타원 92">
                  <a:extLst>
                    <a:ext uri="{FF2B5EF4-FFF2-40B4-BE49-F238E27FC236}">
                      <a16:creationId xmlns:a16="http://schemas.microsoft.com/office/drawing/2014/main" id="{763B65CF-0C2E-158A-D039-0BF75DBC3BDE}"/>
                    </a:ext>
                  </a:extLst>
                </p:cNvPr>
                <p:cNvSpPr/>
                <p:nvPr/>
              </p:nvSpPr>
              <p:spPr>
                <a:xfrm>
                  <a:off x="3713553" y="4038176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73E344E1-E29C-6212-AC6F-708D590C87CE}"/>
                    </a:ext>
                  </a:extLst>
                </p:cNvPr>
                <p:cNvSpPr/>
                <p:nvPr/>
              </p:nvSpPr>
              <p:spPr>
                <a:xfrm>
                  <a:off x="3865953" y="4285510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47A56395-4255-C234-19A4-EB468ADAE01C}"/>
                    </a:ext>
                  </a:extLst>
                </p:cNvPr>
                <p:cNvSpPr/>
                <p:nvPr/>
              </p:nvSpPr>
              <p:spPr>
                <a:xfrm>
                  <a:off x="3713553" y="42229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2554AB9D-BDB2-F80D-D4B6-9E6D62D44D0A}"/>
                    </a:ext>
                  </a:extLst>
                </p:cNvPr>
                <p:cNvSpPr/>
                <p:nvPr/>
              </p:nvSpPr>
              <p:spPr>
                <a:xfrm>
                  <a:off x="3406139" y="4205548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4C774F5-122D-1B61-B912-53EBAC9ADDEE}"/>
                    </a:ext>
                  </a:extLst>
                </p:cNvPr>
                <p:cNvSpPr/>
                <p:nvPr/>
              </p:nvSpPr>
              <p:spPr>
                <a:xfrm>
                  <a:off x="3243447" y="4245876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8" name="타원 97">
                  <a:extLst>
                    <a:ext uri="{FF2B5EF4-FFF2-40B4-BE49-F238E27FC236}">
                      <a16:creationId xmlns:a16="http://schemas.microsoft.com/office/drawing/2014/main" id="{88BB1344-A764-7077-AF06-94DA81383BC3}"/>
                    </a:ext>
                  </a:extLst>
                </p:cNvPr>
                <p:cNvSpPr/>
                <p:nvPr/>
              </p:nvSpPr>
              <p:spPr>
                <a:xfrm>
                  <a:off x="3087162" y="428651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8207626-1177-AC36-B084-17500EC8653E}"/>
                  </a:ext>
                </a:extLst>
              </p:cNvPr>
              <p:cNvSpPr txBox="1"/>
              <p:nvPr/>
            </p:nvSpPr>
            <p:spPr>
              <a:xfrm>
                <a:off x="1622013" y="3670933"/>
                <a:ext cx="351559" cy="186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>
                    <a:latin typeface="Arial" panose="020B0604020202020204" pitchFamily="34" charset="0"/>
                    <a:cs typeface="Arial" panose="020B0604020202020204" pitchFamily="34" charset="0"/>
                  </a:rPr>
                  <a:t>Fluid</a:t>
                </a:r>
                <a:endParaRPr lang="ko-KR" altLang="en-US" sz="1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A801A69-7314-4AFA-F63C-C5CA674F2BBD}"/>
                  </a:ext>
                </a:extLst>
              </p:cNvPr>
              <p:cNvSpPr txBox="1"/>
              <p:nvPr/>
            </p:nvSpPr>
            <p:spPr>
              <a:xfrm>
                <a:off x="2292649" y="3496110"/>
                <a:ext cx="357281" cy="186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>
                    <a:latin typeface="Arial" panose="020B0604020202020204" pitchFamily="34" charset="0"/>
                    <a:cs typeface="Arial" panose="020B0604020202020204" pitchFamily="34" charset="0"/>
                  </a:rPr>
                  <a:t>Solid</a:t>
                </a:r>
                <a:endParaRPr lang="ko-KR" altLang="en-US" sz="1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0C148D93-5D3A-5F56-DF7B-7841543D77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8924" y="3876955"/>
                <a:ext cx="109571" cy="1742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B2A70184-07D2-B2E1-EAA7-5CCC9866A1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32833" y="3700451"/>
                <a:ext cx="62400" cy="250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화살표 연결선 104">
                <a:extLst>
                  <a:ext uri="{FF2B5EF4-FFF2-40B4-BE49-F238E27FC236}">
                    <a16:creationId xmlns:a16="http://schemas.microsoft.com/office/drawing/2014/main" id="{BA67B4A8-26C3-36E2-58AD-847342FFB0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2279" y="3995087"/>
                <a:ext cx="490461" cy="0"/>
              </a:xfrm>
              <a:prstGeom prst="straightConnector1">
                <a:avLst/>
              </a:prstGeom>
              <a:ln w="95250" cap="sq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  <a:headEnd type="triangle" w="sm" len="sm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19828454-5B4D-C0A4-8FBF-9C9CB4FD9D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6149" y="5308880"/>
                <a:ext cx="1073525" cy="3717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FE464E1E-A6B6-706A-BA1B-CED74A3D4B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3274" y="5551768"/>
                <a:ext cx="1201352" cy="184073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1147C393-54DD-A566-330C-01589606160A}"/>
                  </a:ext>
                </a:extLst>
              </p:cNvPr>
              <p:cNvSpPr/>
              <p:nvPr/>
            </p:nvSpPr>
            <p:spPr>
              <a:xfrm rot="596631">
                <a:off x="2577460" y="5659657"/>
                <a:ext cx="53321" cy="45719"/>
              </a:xfrm>
              <a:custGeom>
                <a:avLst/>
                <a:gdLst>
                  <a:gd name="connsiteX0" fmla="*/ 0 w 826635"/>
                  <a:gd name="connsiteY0" fmla="*/ 0 h 420268"/>
                  <a:gd name="connsiteX1" fmla="*/ 758521 w 826635"/>
                  <a:gd name="connsiteY1" fmla="*/ 0 h 420268"/>
                  <a:gd name="connsiteX2" fmla="*/ 758521 w 826635"/>
                  <a:gd name="connsiteY2" fmla="*/ 3916 h 420268"/>
                  <a:gd name="connsiteX3" fmla="*/ 763474 w 826635"/>
                  <a:gd name="connsiteY3" fmla="*/ 2264 h 420268"/>
                  <a:gd name="connsiteX4" fmla="*/ 826635 w 826635"/>
                  <a:gd name="connsiteY4" fmla="*/ 211266 h 420268"/>
                  <a:gd name="connsiteX5" fmla="*/ 763474 w 826635"/>
                  <a:gd name="connsiteY5" fmla="*/ 420268 h 420268"/>
                  <a:gd name="connsiteX6" fmla="*/ 756681 w 826635"/>
                  <a:gd name="connsiteY6" fmla="*/ 418002 h 420268"/>
                  <a:gd name="connsiteX7" fmla="*/ 0 w 826635"/>
                  <a:gd name="connsiteY7" fmla="*/ 418002 h 420268"/>
                  <a:gd name="connsiteX8" fmla="*/ 19499 w 826635"/>
                  <a:gd name="connsiteY8" fmla="*/ 361172 h 420268"/>
                  <a:gd name="connsiteX9" fmla="*/ 38918 w 826635"/>
                  <a:gd name="connsiteY9" fmla="*/ 209002 h 420268"/>
                  <a:gd name="connsiteX10" fmla="*/ 19499 w 826635"/>
                  <a:gd name="connsiteY10" fmla="*/ 56832 h 420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6635" h="420268">
                    <a:moveTo>
                      <a:pt x="0" y="0"/>
                    </a:moveTo>
                    <a:lnTo>
                      <a:pt x="758521" y="0"/>
                    </a:lnTo>
                    <a:lnTo>
                      <a:pt x="758521" y="3916"/>
                    </a:lnTo>
                    <a:lnTo>
                      <a:pt x="763474" y="2264"/>
                    </a:lnTo>
                    <a:cubicBezTo>
                      <a:pt x="798357" y="2264"/>
                      <a:pt x="826635" y="95837"/>
                      <a:pt x="826635" y="211266"/>
                    </a:cubicBezTo>
                    <a:cubicBezTo>
                      <a:pt x="826635" y="326695"/>
                      <a:pt x="798357" y="420268"/>
                      <a:pt x="763474" y="420268"/>
                    </a:cubicBezTo>
                    <a:lnTo>
                      <a:pt x="756681" y="418002"/>
                    </a:lnTo>
                    <a:lnTo>
                      <a:pt x="0" y="418002"/>
                    </a:lnTo>
                    <a:lnTo>
                      <a:pt x="19499" y="361172"/>
                    </a:lnTo>
                    <a:cubicBezTo>
                      <a:pt x="32003" y="314401"/>
                      <a:pt x="38918" y="262979"/>
                      <a:pt x="38918" y="209002"/>
                    </a:cubicBezTo>
                    <a:cubicBezTo>
                      <a:pt x="38918" y="155025"/>
                      <a:pt x="32003" y="103603"/>
                      <a:pt x="19499" y="56832"/>
                    </a:cubicBezTo>
                    <a:close/>
                  </a:path>
                </a:pathLst>
              </a:custGeom>
              <a:solidFill>
                <a:srgbClr val="E45A5A">
                  <a:alpha val="82000"/>
                </a:srgbClr>
              </a:solidFill>
              <a:ln>
                <a:noFill/>
              </a:ln>
              <a:scene3d>
                <a:camera prst="isometricOffAxis1Top">
                  <a:rot lat="21000000" lon="19200000" rev="1800000"/>
                </a:camera>
                <a:lightRig rig="threePt" dir="t"/>
              </a:scene3d>
              <a:sp3d>
                <a:bevelB w="635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116" name="별: 꼭짓점 5개 115">
                <a:extLst>
                  <a:ext uri="{FF2B5EF4-FFF2-40B4-BE49-F238E27FC236}">
                    <a16:creationId xmlns:a16="http://schemas.microsoft.com/office/drawing/2014/main" id="{7E313AF5-6333-5309-1925-13ABCF3A6E82}"/>
                  </a:ext>
                </a:extLst>
              </p:cNvPr>
              <p:cNvSpPr/>
              <p:nvPr/>
            </p:nvSpPr>
            <p:spPr>
              <a:xfrm>
                <a:off x="4299361" y="3475344"/>
                <a:ext cx="74859" cy="74859"/>
              </a:xfrm>
              <a:prstGeom prst="star5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cxnSp>
            <p:nvCxnSpPr>
              <p:cNvPr id="119" name="직선 화살표 연결선 118">
                <a:extLst>
                  <a:ext uri="{FF2B5EF4-FFF2-40B4-BE49-F238E27FC236}">
                    <a16:creationId xmlns:a16="http://schemas.microsoft.com/office/drawing/2014/main" id="{9CC9C897-76A6-44D5-E3A7-0CB225E466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93360" y="5916866"/>
                <a:ext cx="490461" cy="0"/>
              </a:xfrm>
              <a:prstGeom prst="straightConnector1">
                <a:avLst/>
              </a:prstGeom>
              <a:ln w="95250" cap="sq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  <a:headEnd type="triangle" w="sm" len="sm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E6D2D439-865F-F2E4-1756-26ADA0EF472D}"/>
                  </a:ext>
                </a:extLst>
              </p:cNvPr>
              <p:cNvSpPr/>
              <p:nvPr/>
            </p:nvSpPr>
            <p:spPr>
              <a:xfrm>
                <a:off x="1589926" y="3218144"/>
                <a:ext cx="3883774" cy="1442720"/>
              </a:xfrm>
              <a:prstGeom prst="roundRect">
                <a:avLst>
                  <a:gd name="adj" fmla="val 13776"/>
                </a:avLst>
              </a:prstGeom>
              <a:noFill/>
              <a:ln w="6350" cap="rnd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C44840C6-B7CA-CB26-4074-09953719E46C}"/>
                  </a:ext>
                </a:extLst>
              </p:cNvPr>
              <p:cNvSpPr/>
              <p:nvPr/>
            </p:nvSpPr>
            <p:spPr>
              <a:xfrm>
                <a:off x="1589926" y="4940442"/>
                <a:ext cx="3883774" cy="1747413"/>
              </a:xfrm>
              <a:prstGeom prst="roundRect">
                <a:avLst>
                  <a:gd name="adj" fmla="val 13012"/>
                </a:avLst>
              </a:prstGeom>
              <a:noFill/>
              <a:ln w="6350" cap="rnd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5FF2A2-8D34-0E7D-8605-08E71CC475CF}"/>
                  </a:ext>
                </a:extLst>
              </p:cNvPr>
              <p:cNvSpPr txBox="1"/>
              <p:nvPr/>
            </p:nvSpPr>
            <p:spPr>
              <a:xfrm>
                <a:off x="4201170" y="3646840"/>
                <a:ext cx="274590" cy="186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ko-KR" sz="11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ko-KR" altLang="en-US" sz="11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8314F61-F0DB-1B68-D44C-EF474334A730}"/>
                  </a:ext>
                </a:extLst>
              </p:cNvPr>
              <p:cNvSpPr txBox="1"/>
              <p:nvPr/>
            </p:nvSpPr>
            <p:spPr>
              <a:xfrm>
                <a:off x="1956800" y="5160039"/>
                <a:ext cx="1166015" cy="197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ko-KR" sz="12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 </a:t>
                </a:r>
                <a:r>
                  <a:rPr lang="en-US" altLang="ko-KR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ko-KR" sz="12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ko-KR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ko-KR" sz="1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Q</a:t>
                </a:r>
                <a:r>
                  <a:rPr lang="en-US" altLang="ko-KR" sz="12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 </a:t>
                </a:r>
                <a:r>
                  <a:rPr lang="en-US" altLang="ko-KR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ko-KR" sz="12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ko-KR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8D3E6E0E-DFAC-EAB5-7ED5-3DFC98DD8F63}"/>
                  </a:ext>
                </a:extLst>
              </p:cNvPr>
              <p:cNvSpPr/>
              <p:nvPr/>
            </p:nvSpPr>
            <p:spPr>
              <a:xfrm>
                <a:off x="1844727" y="5871147"/>
                <a:ext cx="45719" cy="45719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7E4022A-6E74-BDFD-FED6-AB5F91C1A929}"/>
                  </a:ext>
                </a:extLst>
              </p:cNvPr>
              <p:cNvSpPr/>
              <p:nvPr/>
            </p:nvSpPr>
            <p:spPr>
              <a:xfrm>
                <a:off x="2902002" y="5404422"/>
                <a:ext cx="45719" cy="45719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44" name="타원 143">
                <a:extLst>
                  <a:ext uri="{FF2B5EF4-FFF2-40B4-BE49-F238E27FC236}">
                    <a16:creationId xmlns:a16="http://schemas.microsoft.com/office/drawing/2014/main" id="{CA500706-B9B4-FA39-310D-5AE68BC88C94}"/>
                  </a:ext>
                </a:extLst>
              </p:cNvPr>
              <p:cNvSpPr/>
              <p:nvPr/>
            </p:nvSpPr>
            <p:spPr>
              <a:xfrm>
                <a:off x="3059164" y="5899722"/>
                <a:ext cx="45719" cy="45719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48" name="자유형: 도형 147">
                <a:extLst>
                  <a:ext uri="{FF2B5EF4-FFF2-40B4-BE49-F238E27FC236}">
                    <a16:creationId xmlns:a16="http://schemas.microsoft.com/office/drawing/2014/main" id="{445B4EA2-20CE-2C67-EC2C-A6A4AE2C5BCC}"/>
                  </a:ext>
                </a:extLst>
              </p:cNvPr>
              <p:cNvSpPr/>
              <p:nvPr/>
            </p:nvSpPr>
            <p:spPr>
              <a:xfrm>
                <a:off x="3935070" y="3292325"/>
                <a:ext cx="750307" cy="399292"/>
              </a:xfrm>
              <a:custGeom>
                <a:avLst/>
                <a:gdLst>
                  <a:gd name="connsiteX0" fmla="*/ 0 w 403225"/>
                  <a:gd name="connsiteY0" fmla="*/ 0 h 244475"/>
                  <a:gd name="connsiteX1" fmla="*/ 0 w 403225"/>
                  <a:gd name="connsiteY1" fmla="*/ 244475 h 244475"/>
                  <a:gd name="connsiteX2" fmla="*/ 403225 w 403225"/>
                  <a:gd name="connsiteY2" fmla="*/ 244475 h 244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225" h="244475">
                    <a:moveTo>
                      <a:pt x="0" y="0"/>
                    </a:moveTo>
                    <a:lnTo>
                      <a:pt x="0" y="244475"/>
                    </a:lnTo>
                    <a:lnTo>
                      <a:pt x="403225" y="244475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8D918E5-301C-2EB6-B9F2-BDF4BBACCFA2}"/>
                  </a:ext>
                </a:extLst>
              </p:cNvPr>
              <p:cNvSpPr txBox="1"/>
              <p:nvPr/>
            </p:nvSpPr>
            <p:spPr>
              <a:xfrm>
                <a:off x="4572425" y="3646840"/>
                <a:ext cx="274590" cy="186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ko-KR" altLang="en-US" sz="11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2CE9C80-E42F-B9FD-CC03-F128EBC3E3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7483" y="3540993"/>
                <a:ext cx="0" cy="158163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727D9635-3EB4-D97A-5598-8C763FD2FDA8}"/>
                  </a:ext>
                </a:extLst>
              </p:cNvPr>
              <p:cNvSpPr txBox="1"/>
              <p:nvPr/>
            </p:nvSpPr>
            <p:spPr>
              <a:xfrm rot="16200000">
                <a:off x="3590861" y="3388244"/>
                <a:ext cx="481460" cy="186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P, Q</a:t>
                </a:r>
                <a:endParaRPr lang="ko-KR" altLang="en-US" sz="11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사다리꼴 53">
                <a:extLst>
                  <a:ext uri="{FF2B5EF4-FFF2-40B4-BE49-F238E27FC236}">
                    <a16:creationId xmlns:a16="http://schemas.microsoft.com/office/drawing/2014/main" id="{C43BC5B2-F6ED-395B-E223-B4108FE9DE97}"/>
                  </a:ext>
                </a:extLst>
              </p:cNvPr>
              <p:cNvSpPr/>
              <p:nvPr/>
            </p:nvSpPr>
            <p:spPr>
              <a:xfrm rot="15458049">
                <a:off x="3042863" y="5044185"/>
                <a:ext cx="195587" cy="1056327"/>
              </a:xfrm>
              <a:prstGeom prst="trapezoid">
                <a:avLst>
                  <a:gd name="adj" fmla="val 38580"/>
                </a:avLst>
              </a:prstGeom>
              <a:solidFill>
                <a:schemeClr val="bg1">
                  <a:lumMod val="65000"/>
                  <a:alpha val="2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108" name="자유형: 도형 107">
                <a:extLst>
                  <a:ext uri="{FF2B5EF4-FFF2-40B4-BE49-F238E27FC236}">
                    <a16:creationId xmlns:a16="http://schemas.microsoft.com/office/drawing/2014/main" id="{C4D89405-EFF9-3BE3-F98A-2B9830C403F0}"/>
                  </a:ext>
                </a:extLst>
              </p:cNvPr>
              <p:cNvSpPr/>
              <p:nvPr/>
            </p:nvSpPr>
            <p:spPr>
              <a:xfrm rot="596631">
                <a:off x="3655006" y="5315630"/>
                <a:ext cx="246764" cy="211583"/>
              </a:xfrm>
              <a:custGeom>
                <a:avLst/>
                <a:gdLst>
                  <a:gd name="connsiteX0" fmla="*/ 0 w 826635"/>
                  <a:gd name="connsiteY0" fmla="*/ 0 h 420268"/>
                  <a:gd name="connsiteX1" fmla="*/ 758521 w 826635"/>
                  <a:gd name="connsiteY1" fmla="*/ 0 h 420268"/>
                  <a:gd name="connsiteX2" fmla="*/ 758521 w 826635"/>
                  <a:gd name="connsiteY2" fmla="*/ 3916 h 420268"/>
                  <a:gd name="connsiteX3" fmla="*/ 763474 w 826635"/>
                  <a:gd name="connsiteY3" fmla="*/ 2264 h 420268"/>
                  <a:gd name="connsiteX4" fmla="*/ 826635 w 826635"/>
                  <a:gd name="connsiteY4" fmla="*/ 211266 h 420268"/>
                  <a:gd name="connsiteX5" fmla="*/ 763474 w 826635"/>
                  <a:gd name="connsiteY5" fmla="*/ 420268 h 420268"/>
                  <a:gd name="connsiteX6" fmla="*/ 756681 w 826635"/>
                  <a:gd name="connsiteY6" fmla="*/ 418002 h 420268"/>
                  <a:gd name="connsiteX7" fmla="*/ 0 w 826635"/>
                  <a:gd name="connsiteY7" fmla="*/ 418002 h 420268"/>
                  <a:gd name="connsiteX8" fmla="*/ 19499 w 826635"/>
                  <a:gd name="connsiteY8" fmla="*/ 361172 h 420268"/>
                  <a:gd name="connsiteX9" fmla="*/ 38918 w 826635"/>
                  <a:gd name="connsiteY9" fmla="*/ 209002 h 420268"/>
                  <a:gd name="connsiteX10" fmla="*/ 19499 w 826635"/>
                  <a:gd name="connsiteY10" fmla="*/ 56832 h 420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6635" h="420268">
                    <a:moveTo>
                      <a:pt x="0" y="0"/>
                    </a:moveTo>
                    <a:lnTo>
                      <a:pt x="758521" y="0"/>
                    </a:lnTo>
                    <a:lnTo>
                      <a:pt x="758521" y="3916"/>
                    </a:lnTo>
                    <a:lnTo>
                      <a:pt x="763474" y="2264"/>
                    </a:lnTo>
                    <a:cubicBezTo>
                      <a:pt x="798357" y="2264"/>
                      <a:pt x="826635" y="95837"/>
                      <a:pt x="826635" y="211266"/>
                    </a:cubicBezTo>
                    <a:cubicBezTo>
                      <a:pt x="826635" y="326695"/>
                      <a:pt x="798357" y="420268"/>
                      <a:pt x="763474" y="420268"/>
                    </a:cubicBezTo>
                    <a:lnTo>
                      <a:pt x="756681" y="418002"/>
                    </a:lnTo>
                    <a:lnTo>
                      <a:pt x="0" y="418002"/>
                    </a:lnTo>
                    <a:lnTo>
                      <a:pt x="19499" y="361172"/>
                    </a:lnTo>
                    <a:cubicBezTo>
                      <a:pt x="32003" y="314401"/>
                      <a:pt x="38918" y="262979"/>
                      <a:pt x="38918" y="209002"/>
                    </a:cubicBezTo>
                    <a:cubicBezTo>
                      <a:pt x="38918" y="155025"/>
                      <a:pt x="32003" y="103603"/>
                      <a:pt x="19499" y="56832"/>
                    </a:cubicBezTo>
                    <a:close/>
                  </a:path>
                </a:pathLst>
              </a:custGeom>
              <a:solidFill>
                <a:srgbClr val="E45A5A">
                  <a:alpha val="82000"/>
                </a:srgbClr>
              </a:solidFill>
              <a:ln>
                <a:noFill/>
              </a:ln>
              <a:scene3d>
                <a:camera prst="isometricOffAxis1Top">
                  <a:rot lat="21000000" lon="19200000" rev="1800000"/>
                </a:camera>
                <a:lightRig rig="threePt" dir="t"/>
              </a:scene3d>
              <a:sp3d>
                <a:bevelB w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cxnSp>
            <p:nvCxnSpPr>
              <p:cNvPr id="110" name="직선 화살표 연결선 109">
                <a:extLst>
                  <a:ext uri="{FF2B5EF4-FFF2-40B4-BE49-F238E27FC236}">
                    <a16:creationId xmlns:a16="http://schemas.microsoft.com/office/drawing/2014/main" id="{B20A485D-DF22-F7F5-F489-76C7E11BEA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13397" y="5220334"/>
                <a:ext cx="71562" cy="2079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화살표 연결선 110">
                <a:extLst>
                  <a:ext uri="{FF2B5EF4-FFF2-40B4-BE49-F238E27FC236}">
                    <a16:creationId xmlns:a16="http://schemas.microsoft.com/office/drawing/2014/main" id="{65A3871F-719A-1589-1A6C-9F42884F7A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4959" y="5383690"/>
                <a:ext cx="231775" cy="508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AFCE983-245F-B6BA-E181-5AC3195BD536}"/>
                  </a:ext>
                </a:extLst>
              </p:cNvPr>
              <p:cNvSpPr txBox="1"/>
              <p:nvPr/>
            </p:nvSpPr>
            <p:spPr>
              <a:xfrm>
                <a:off x="3977942" y="5030390"/>
                <a:ext cx="507530" cy="197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ko-KR" sz="12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wall </a:t>
                </a:r>
                <a:r>
                  <a:rPr lang="en-US" altLang="ko-KR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ko-KR" sz="12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ko-KR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3" name="직선 화살표 연결선 172">
                <a:extLst>
                  <a:ext uri="{FF2B5EF4-FFF2-40B4-BE49-F238E27FC236}">
                    <a16:creationId xmlns:a16="http://schemas.microsoft.com/office/drawing/2014/main" id="{1F4DC56D-2B8E-A563-41CB-167A7D6894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1168" y="5220334"/>
                <a:ext cx="266482" cy="21809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7D9D7467-8C7F-0BCB-CA45-B5B5456CCD7D}"/>
                  </a:ext>
                </a:extLst>
              </p:cNvPr>
              <p:cNvSpPr txBox="1"/>
              <p:nvPr/>
            </p:nvSpPr>
            <p:spPr>
              <a:xfrm>
                <a:off x="3133779" y="5386931"/>
                <a:ext cx="572027" cy="197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altLang="ko-KR" sz="12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 </a:t>
                </a:r>
                <a:r>
                  <a:rPr lang="en-US" altLang="ko-KR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ko-KR" sz="12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ko-KR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AC4A7308-9EAE-0161-0AE4-AB82EA761095}"/>
                  </a:ext>
                </a:extLst>
              </p:cNvPr>
              <p:cNvSpPr txBox="1"/>
              <p:nvPr/>
            </p:nvSpPr>
            <p:spPr>
              <a:xfrm>
                <a:off x="4572425" y="6470924"/>
                <a:ext cx="572027" cy="197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altLang="ko-KR" sz="1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vm</a:t>
                </a:r>
                <a:r>
                  <a:rPr lang="en-US" altLang="ko-KR" sz="1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ko-KR" sz="1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E5896A4D-5906-E76E-A5E7-3FC0F3BF7583}"/>
                  </a:ext>
                </a:extLst>
              </p:cNvPr>
              <p:cNvSpPr txBox="1"/>
              <p:nvPr/>
            </p:nvSpPr>
            <p:spPr>
              <a:xfrm>
                <a:off x="1608007" y="3239260"/>
                <a:ext cx="260006" cy="219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A.</a:t>
                </a:r>
                <a:endParaRPr lang="ko-KR" alt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4" name="타원 203">
                <a:extLst>
                  <a:ext uri="{FF2B5EF4-FFF2-40B4-BE49-F238E27FC236}">
                    <a16:creationId xmlns:a16="http://schemas.microsoft.com/office/drawing/2014/main" id="{40C060E1-F66A-3455-743D-C88C934996A8}"/>
                  </a:ext>
                </a:extLst>
              </p:cNvPr>
              <p:cNvSpPr/>
              <p:nvPr/>
            </p:nvSpPr>
            <p:spPr>
              <a:xfrm>
                <a:off x="1933517" y="5258292"/>
                <a:ext cx="45719" cy="45719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7D8D9074-30A5-C44A-C5B5-A7C6DA1CB7E1}"/>
                  </a:ext>
                </a:extLst>
              </p:cNvPr>
              <p:cNvSpPr txBox="1"/>
              <p:nvPr/>
            </p:nvSpPr>
            <p:spPr>
              <a:xfrm>
                <a:off x="1608007" y="4976908"/>
                <a:ext cx="260006" cy="219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B.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4" name="자유형: 도형 213">
                <a:extLst>
                  <a:ext uri="{FF2B5EF4-FFF2-40B4-BE49-F238E27FC236}">
                    <a16:creationId xmlns:a16="http://schemas.microsoft.com/office/drawing/2014/main" id="{B67E06DC-EE1E-7B41-0C7B-C6451C0147AC}"/>
                  </a:ext>
                </a:extLst>
              </p:cNvPr>
              <p:cNvSpPr/>
              <p:nvPr/>
            </p:nvSpPr>
            <p:spPr>
              <a:xfrm rot="596631">
                <a:off x="4875490" y="5685862"/>
                <a:ext cx="53321" cy="45719"/>
              </a:xfrm>
              <a:custGeom>
                <a:avLst/>
                <a:gdLst>
                  <a:gd name="connsiteX0" fmla="*/ 0 w 826635"/>
                  <a:gd name="connsiteY0" fmla="*/ 0 h 420268"/>
                  <a:gd name="connsiteX1" fmla="*/ 758521 w 826635"/>
                  <a:gd name="connsiteY1" fmla="*/ 0 h 420268"/>
                  <a:gd name="connsiteX2" fmla="*/ 758521 w 826635"/>
                  <a:gd name="connsiteY2" fmla="*/ 3916 h 420268"/>
                  <a:gd name="connsiteX3" fmla="*/ 763474 w 826635"/>
                  <a:gd name="connsiteY3" fmla="*/ 2264 h 420268"/>
                  <a:gd name="connsiteX4" fmla="*/ 826635 w 826635"/>
                  <a:gd name="connsiteY4" fmla="*/ 211266 h 420268"/>
                  <a:gd name="connsiteX5" fmla="*/ 763474 w 826635"/>
                  <a:gd name="connsiteY5" fmla="*/ 420268 h 420268"/>
                  <a:gd name="connsiteX6" fmla="*/ 756681 w 826635"/>
                  <a:gd name="connsiteY6" fmla="*/ 418002 h 420268"/>
                  <a:gd name="connsiteX7" fmla="*/ 0 w 826635"/>
                  <a:gd name="connsiteY7" fmla="*/ 418002 h 420268"/>
                  <a:gd name="connsiteX8" fmla="*/ 19499 w 826635"/>
                  <a:gd name="connsiteY8" fmla="*/ 361172 h 420268"/>
                  <a:gd name="connsiteX9" fmla="*/ 38918 w 826635"/>
                  <a:gd name="connsiteY9" fmla="*/ 209002 h 420268"/>
                  <a:gd name="connsiteX10" fmla="*/ 19499 w 826635"/>
                  <a:gd name="connsiteY10" fmla="*/ 56832 h 420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6635" h="420268">
                    <a:moveTo>
                      <a:pt x="0" y="0"/>
                    </a:moveTo>
                    <a:lnTo>
                      <a:pt x="758521" y="0"/>
                    </a:lnTo>
                    <a:lnTo>
                      <a:pt x="758521" y="3916"/>
                    </a:lnTo>
                    <a:lnTo>
                      <a:pt x="763474" y="2264"/>
                    </a:lnTo>
                    <a:cubicBezTo>
                      <a:pt x="798357" y="2264"/>
                      <a:pt x="826635" y="95837"/>
                      <a:pt x="826635" y="211266"/>
                    </a:cubicBezTo>
                    <a:cubicBezTo>
                      <a:pt x="826635" y="326695"/>
                      <a:pt x="798357" y="420268"/>
                      <a:pt x="763474" y="420268"/>
                    </a:cubicBezTo>
                    <a:lnTo>
                      <a:pt x="756681" y="418002"/>
                    </a:lnTo>
                    <a:lnTo>
                      <a:pt x="0" y="418002"/>
                    </a:lnTo>
                    <a:lnTo>
                      <a:pt x="19499" y="361172"/>
                    </a:lnTo>
                    <a:cubicBezTo>
                      <a:pt x="32003" y="314401"/>
                      <a:pt x="38918" y="262979"/>
                      <a:pt x="38918" y="209002"/>
                    </a:cubicBezTo>
                    <a:cubicBezTo>
                      <a:pt x="38918" y="155025"/>
                      <a:pt x="32003" y="103603"/>
                      <a:pt x="19499" y="56832"/>
                    </a:cubicBezTo>
                    <a:close/>
                  </a:path>
                </a:pathLst>
              </a:custGeom>
              <a:solidFill>
                <a:srgbClr val="E45A5A">
                  <a:alpha val="82000"/>
                </a:srgbClr>
              </a:solidFill>
              <a:ln>
                <a:noFill/>
              </a:ln>
              <a:scene3d>
                <a:camera prst="isometricOffAxis1Top">
                  <a:rot lat="21000000" lon="19200000" rev="1800000"/>
                </a:camera>
                <a:lightRig rig="threePt" dir="t"/>
              </a:scene3d>
              <a:sp3d>
                <a:bevelB w="635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cxnSp>
            <p:nvCxnSpPr>
              <p:cNvPr id="104" name="직선 화살표 연결선 103">
                <a:extLst>
                  <a:ext uri="{FF2B5EF4-FFF2-40B4-BE49-F238E27FC236}">
                    <a16:creationId xmlns:a16="http://schemas.microsoft.com/office/drawing/2014/main" id="{5FCC49BF-8569-7DC4-2F57-04166E13A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0452" y="5227499"/>
                <a:ext cx="141636" cy="21092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화살표: 아래쪽 3">
                <a:extLst>
                  <a:ext uri="{FF2B5EF4-FFF2-40B4-BE49-F238E27FC236}">
                    <a16:creationId xmlns:a16="http://schemas.microsoft.com/office/drawing/2014/main" id="{89169B97-0232-6EF8-C576-96C78FAC38F2}"/>
                  </a:ext>
                </a:extLst>
              </p:cNvPr>
              <p:cNvSpPr/>
              <p:nvPr/>
            </p:nvSpPr>
            <p:spPr>
              <a:xfrm>
                <a:off x="4717485" y="6308189"/>
                <a:ext cx="91075" cy="167726"/>
              </a:xfrm>
              <a:prstGeom prst="downArrow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99" name="자유형: 도형 98">
                <a:extLst>
                  <a:ext uri="{FF2B5EF4-FFF2-40B4-BE49-F238E27FC236}">
                    <a16:creationId xmlns:a16="http://schemas.microsoft.com/office/drawing/2014/main" id="{44F361E6-AE9C-A6BE-BE0D-4008A71BAA2E}"/>
                  </a:ext>
                </a:extLst>
              </p:cNvPr>
              <p:cNvSpPr/>
              <p:nvPr/>
            </p:nvSpPr>
            <p:spPr>
              <a:xfrm rot="15331099">
                <a:off x="4404645" y="3492231"/>
                <a:ext cx="594694" cy="1158555"/>
              </a:xfrm>
              <a:custGeom>
                <a:avLst/>
                <a:gdLst>
                  <a:gd name="connsiteX0" fmla="*/ 1016105 w 1019085"/>
                  <a:gd name="connsiteY0" fmla="*/ 1787090 h 1985333"/>
                  <a:gd name="connsiteX1" fmla="*/ 905689 w 1019085"/>
                  <a:gd name="connsiteY1" fmla="*/ 1878368 h 1985333"/>
                  <a:gd name="connsiteX2" fmla="*/ 741156 w 1019085"/>
                  <a:gd name="connsiteY2" fmla="*/ 1851184 h 1985333"/>
                  <a:gd name="connsiteX3" fmla="*/ 610518 w 1019085"/>
                  <a:gd name="connsiteY3" fmla="*/ 1482221 h 1985333"/>
                  <a:gd name="connsiteX4" fmla="*/ 240288 w 1019085"/>
                  <a:gd name="connsiteY4" fmla="*/ 1964857 h 1985333"/>
                  <a:gd name="connsiteX5" fmla="*/ 76369 w 1019085"/>
                  <a:gd name="connsiteY5" fmla="*/ 1940028 h 1985333"/>
                  <a:gd name="connsiteX6" fmla="*/ 9917 w 1019085"/>
                  <a:gd name="connsiteY6" fmla="*/ 1788140 h 1985333"/>
                  <a:gd name="connsiteX7" fmla="*/ 368500 w 1019085"/>
                  <a:gd name="connsiteY7" fmla="*/ 1320688 h 1985333"/>
                  <a:gd name="connsiteX8" fmla="*/ 363348 w 1019085"/>
                  <a:gd name="connsiteY8" fmla="*/ 1301894 h 1985333"/>
                  <a:gd name="connsiteX9" fmla="*/ 363348 w 1019085"/>
                  <a:gd name="connsiteY9" fmla="*/ 137890 h 1985333"/>
                  <a:gd name="connsiteX10" fmla="*/ 613353 w 1019085"/>
                  <a:gd name="connsiteY10" fmla="*/ 0 h 1985333"/>
                  <a:gd name="connsiteX11" fmla="*/ 863358 w 1019085"/>
                  <a:gd name="connsiteY11" fmla="*/ 137890 h 1985333"/>
                  <a:gd name="connsiteX12" fmla="*/ 863358 w 1019085"/>
                  <a:gd name="connsiteY12" fmla="*/ 1301894 h 1985333"/>
                  <a:gd name="connsiteX13" fmla="*/ 861018 w 1019085"/>
                  <a:gd name="connsiteY13" fmla="*/ 1314694 h 1985333"/>
                  <a:gd name="connsiteX14" fmla="*/ 1016459 w 1019085"/>
                  <a:gd name="connsiteY14" fmla="*/ 1753708 h 1985333"/>
                  <a:gd name="connsiteX15" fmla="*/ 1016105 w 1019085"/>
                  <a:gd name="connsiteY15" fmla="*/ 1787090 h 1985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19085" h="1985333">
                    <a:moveTo>
                      <a:pt x="1016105" y="1787090"/>
                    </a:moveTo>
                    <a:cubicBezTo>
                      <a:pt x="1004856" y="1821738"/>
                      <a:pt x="962706" y="1858180"/>
                      <a:pt x="905689" y="1878368"/>
                    </a:cubicBezTo>
                    <a:cubicBezTo>
                      <a:pt x="829666" y="1905284"/>
                      <a:pt x="756002" y="1893114"/>
                      <a:pt x="741156" y="1851184"/>
                    </a:cubicBezTo>
                    <a:lnTo>
                      <a:pt x="610518" y="1482221"/>
                    </a:lnTo>
                    <a:lnTo>
                      <a:pt x="240288" y="1964857"/>
                    </a:lnTo>
                    <a:cubicBezTo>
                      <a:pt x="213373" y="1999943"/>
                      <a:pt x="139983" y="1988827"/>
                      <a:pt x="76369" y="1940028"/>
                    </a:cubicBezTo>
                    <a:cubicBezTo>
                      <a:pt x="12754" y="1891229"/>
                      <a:pt x="-16998" y="1823226"/>
                      <a:pt x="9917" y="1788140"/>
                    </a:cubicBezTo>
                    <a:lnTo>
                      <a:pt x="368500" y="1320688"/>
                    </a:lnTo>
                    <a:lnTo>
                      <a:pt x="363348" y="1301894"/>
                    </a:lnTo>
                    <a:lnTo>
                      <a:pt x="363348" y="137890"/>
                    </a:lnTo>
                    <a:cubicBezTo>
                      <a:pt x="363348" y="61735"/>
                      <a:pt x="475279" y="0"/>
                      <a:pt x="613353" y="0"/>
                    </a:cubicBezTo>
                    <a:cubicBezTo>
                      <a:pt x="751427" y="0"/>
                      <a:pt x="863358" y="61735"/>
                      <a:pt x="863358" y="137890"/>
                    </a:cubicBezTo>
                    <a:lnTo>
                      <a:pt x="863358" y="1301894"/>
                    </a:lnTo>
                    <a:lnTo>
                      <a:pt x="861018" y="1314694"/>
                    </a:lnTo>
                    <a:lnTo>
                      <a:pt x="1016459" y="1753708"/>
                    </a:lnTo>
                    <a:cubicBezTo>
                      <a:pt x="1020170" y="1764191"/>
                      <a:pt x="1019854" y="1775541"/>
                      <a:pt x="1016105" y="178709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28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5BE6B79-B6F8-EE3F-25E1-3AF880901494}"/>
                  </a:ext>
                </a:extLst>
              </p:cNvPr>
              <p:cNvSpPr txBox="1"/>
              <p:nvPr/>
            </p:nvSpPr>
            <p:spPr>
              <a:xfrm>
                <a:off x="4763022" y="3336956"/>
                <a:ext cx="642235" cy="186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>
                    <a:latin typeface="Arial" panose="020B0604020202020204" pitchFamily="34" charset="0"/>
                    <a:cs typeface="Arial" panose="020B0604020202020204" pitchFamily="34" charset="0"/>
                  </a:rPr>
                  <a:t>Boundaries</a:t>
                </a:r>
                <a:endParaRPr lang="ko-KR" altLang="en-US" sz="1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31A04660-DE90-F9BD-6849-FB4D5734DD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8988" y="3540125"/>
                <a:ext cx="57220" cy="19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화살표: 아래쪽 106">
              <a:extLst>
                <a:ext uri="{FF2B5EF4-FFF2-40B4-BE49-F238E27FC236}">
                  <a16:creationId xmlns:a16="http://schemas.microsoft.com/office/drawing/2014/main" id="{4F2EA570-86B0-1735-27A9-8FD0D67D597F}"/>
                </a:ext>
              </a:extLst>
            </p:cNvPr>
            <p:cNvSpPr/>
            <p:nvPr/>
          </p:nvSpPr>
          <p:spPr>
            <a:xfrm>
              <a:off x="3158174" y="4453341"/>
              <a:ext cx="716955" cy="652713"/>
            </a:xfrm>
            <a:prstGeom prst="downArrow">
              <a:avLst/>
            </a:prstGeom>
            <a:gradFill>
              <a:gsLst>
                <a:gs pos="2000">
                  <a:schemeClr val="bg1">
                    <a:alpha val="34000"/>
                  </a:schemeClr>
                </a:gs>
                <a:gs pos="73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481EB172-AFD8-6B2F-3A4B-69AE2751A088}"/>
                </a:ext>
              </a:extLst>
            </p:cNvPr>
            <p:cNvSpPr/>
            <p:nvPr/>
          </p:nvSpPr>
          <p:spPr>
            <a:xfrm rot="19800000">
              <a:off x="2770509" y="5399553"/>
              <a:ext cx="59015" cy="123941"/>
            </a:xfrm>
            <a:prstGeom prst="ellipse">
              <a:avLst/>
            </a:prstGeom>
            <a:solidFill>
              <a:schemeClr val="bg1">
                <a:alpha val="41000"/>
              </a:schemeClr>
            </a:solidFill>
            <a:ln w="63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FD9B7E2F-D3F6-71DC-8F1A-F43D3C985D5D}"/>
                </a:ext>
              </a:extLst>
            </p:cNvPr>
            <p:cNvSpPr/>
            <p:nvPr/>
          </p:nvSpPr>
          <p:spPr>
            <a:xfrm rot="1707975">
              <a:off x="2917085" y="5855357"/>
              <a:ext cx="59015" cy="123941"/>
            </a:xfrm>
            <a:prstGeom prst="ellipse">
              <a:avLst/>
            </a:prstGeom>
            <a:solidFill>
              <a:schemeClr val="bg1">
                <a:alpha val="41000"/>
              </a:schemeClr>
            </a:solidFill>
            <a:ln w="63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17305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A67E5-E291-0E37-8497-8AA388CD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1F4E98E-C8AC-F10B-9426-DE302E690D46}"/>
              </a:ext>
            </a:extLst>
          </p:cNvPr>
          <p:cNvGrpSpPr/>
          <p:nvPr/>
        </p:nvGrpSpPr>
        <p:grpSpPr>
          <a:xfrm>
            <a:off x="1436747" y="1779438"/>
            <a:ext cx="3841743" cy="2862676"/>
            <a:chOff x="1455797" y="1944714"/>
            <a:chExt cx="3841743" cy="2862676"/>
          </a:xfrm>
        </p:grpSpPr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97848FFF-82F0-2DF4-A3AA-EF31B37B2AA0}"/>
                </a:ext>
              </a:extLst>
            </p:cNvPr>
            <p:cNvGrpSpPr/>
            <p:nvPr/>
          </p:nvGrpSpPr>
          <p:grpSpPr>
            <a:xfrm>
              <a:off x="1795219" y="1944714"/>
              <a:ext cx="3139911" cy="1289498"/>
              <a:chOff x="1795219" y="1944713"/>
              <a:chExt cx="3389636" cy="1429653"/>
            </a:xfrm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D00E78BB-C205-C90F-1183-AAD203317457}"/>
                  </a:ext>
                </a:extLst>
              </p:cNvPr>
              <p:cNvGrpSpPr/>
              <p:nvPr/>
            </p:nvGrpSpPr>
            <p:grpSpPr>
              <a:xfrm>
                <a:off x="1795219" y="2806433"/>
                <a:ext cx="3389636" cy="567933"/>
                <a:chOff x="1987743" y="2466412"/>
                <a:chExt cx="2722993" cy="456237"/>
              </a:xfrm>
            </p:grpSpPr>
            <p:grpSp>
              <p:nvGrpSpPr>
                <p:cNvPr id="294" name="Group 41">
                  <a:extLst>
                    <a:ext uri="{FF2B5EF4-FFF2-40B4-BE49-F238E27FC236}">
                      <a16:creationId xmlns:a16="http://schemas.microsoft.com/office/drawing/2014/main" id="{627AF46F-8A5B-F13C-282F-7AC7825265B4}"/>
                    </a:ext>
                  </a:extLst>
                </p:cNvPr>
                <p:cNvGrpSpPr/>
                <p:nvPr/>
              </p:nvGrpSpPr>
              <p:grpSpPr>
                <a:xfrm>
                  <a:off x="1987743" y="2466412"/>
                  <a:ext cx="2722993" cy="343325"/>
                  <a:chOff x="1309877" y="2405834"/>
                  <a:chExt cx="4420234" cy="537363"/>
                </a:xfrm>
              </p:grpSpPr>
              <p:grpSp>
                <p:nvGrpSpPr>
                  <p:cNvPr id="296" name="Group 39">
                    <a:extLst>
                      <a:ext uri="{FF2B5EF4-FFF2-40B4-BE49-F238E27FC236}">
                        <a16:creationId xmlns:a16="http://schemas.microsoft.com/office/drawing/2014/main" id="{5FE27316-48F3-3BC5-4EBB-69AF83CA0BBE}"/>
                      </a:ext>
                    </a:extLst>
                  </p:cNvPr>
                  <p:cNvGrpSpPr/>
                  <p:nvPr/>
                </p:nvGrpSpPr>
                <p:grpSpPr>
                  <a:xfrm>
                    <a:off x="1309877" y="2591719"/>
                    <a:ext cx="4420234" cy="351478"/>
                    <a:chOff x="1309877" y="2591719"/>
                    <a:chExt cx="4420234" cy="351478"/>
                  </a:xfrm>
                </p:grpSpPr>
                <p:pic>
                  <p:nvPicPr>
                    <p:cNvPr id="301" name="Picture 65">
                      <a:extLst>
                        <a:ext uri="{FF2B5EF4-FFF2-40B4-BE49-F238E27FC236}">
                          <a16:creationId xmlns:a16="http://schemas.microsoft.com/office/drawing/2014/main" id="{2F6E1515-FC24-B1AD-B599-D03E020329D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1309877" y="2746399"/>
                      <a:ext cx="4420234" cy="137548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302" name="Straight Arrow Connector 30">
                      <a:extLst>
                        <a:ext uri="{FF2B5EF4-FFF2-40B4-BE49-F238E27FC236}">
                          <a16:creationId xmlns:a16="http://schemas.microsoft.com/office/drawing/2014/main" id="{327D390F-97B1-14F9-2E21-5DA78844E9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363674" y="2936657"/>
                      <a:ext cx="1660942" cy="6540"/>
                    </a:xfrm>
                    <a:prstGeom prst="straightConnector1">
                      <a:avLst/>
                    </a:prstGeom>
                    <a:ln w="3175">
                      <a:headEnd type="none" w="sm" len="sm"/>
                      <a:tailEnd type="triangle" w="sm" len="sm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03" name="Group 88">
                      <a:extLst>
                        <a:ext uri="{FF2B5EF4-FFF2-40B4-BE49-F238E27FC236}">
                          <a16:creationId xmlns:a16="http://schemas.microsoft.com/office/drawing/2014/main" id="{09B5F428-6D10-1C01-4421-A5B8E60868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47251" y="2591719"/>
                      <a:ext cx="4366911" cy="351478"/>
                      <a:chOff x="657207" y="3717663"/>
                      <a:chExt cx="7603027" cy="566957"/>
                    </a:xfrm>
                  </p:grpSpPr>
                  <p:cxnSp>
                    <p:nvCxnSpPr>
                      <p:cNvPr id="309" name="Straight Arrow Connector 33">
                        <a:extLst>
                          <a:ext uri="{FF2B5EF4-FFF2-40B4-BE49-F238E27FC236}">
                            <a16:creationId xmlns:a16="http://schemas.microsoft.com/office/drawing/2014/main" id="{FEBA5D78-FA32-A95B-A1DF-EFD6B1DE344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1474778" y="3717663"/>
                        <a:ext cx="0" cy="446262"/>
                      </a:xfrm>
                      <a:prstGeom prst="straightConnector1">
                        <a:avLst/>
                      </a:prstGeom>
                      <a:ln w="9525" cap="flat" cmpd="sng" algn="ctr">
                        <a:solidFill>
                          <a:schemeClr val="dk1"/>
                        </a:solidFill>
                        <a:prstDash val="sysDash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0" name="Straight Arrow Connector 36">
                        <a:extLst>
                          <a:ext uri="{FF2B5EF4-FFF2-40B4-BE49-F238E27FC236}">
                            <a16:creationId xmlns:a16="http://schemas.microsoft.com/office/drawing/2014/main" id="{EE208960-94AC-448A-C179-C6BBA272550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001959" y="3726344"/>
                        <a:ext cx="0" cy="437581"/>
                      </a:xfrm>
                      <a:prstGeom prst="straightConnector1">
                        <a:avLst/>
                      </a:prstGeom>
                      <a:ln w="9525" cap="flat" cmpd="sng" algn="ctr">
                        <a:solidFill>
                          <a:schemeClr val="dk1"/>
                        </a:solidFill>
                        <a:prstDash val="sysDash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1" name="Straight Arrow Connector 37">
                        <a:extLst>
                          <a:ext uri="{FF2B5EF4-FFF2-40B4-BE49-F238E27FC236}">
                            <a16:creationId xmlns:a16="http://schemas.microsoft.com/office/drawing/2014/main" id="{BEC8167B-EBEE-1527-158E-033DFA698FB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550194" y="3717663"/>
                        <a:ext cx="3649" cy="446263"/>
                      </a:xfrm>
                      <a:prstGeom prst="straightConnector1">
                        <a:avLst/>
                      </a:prstGeom>
                      <a:ln w="9525" cap="flat" cmpd="sng" algn="ctr">
                        <a:solidFill>
                          <a:schemeClr val="dk1"/>
                        </a:solidFill>
                        <a:prstDash val="sysDash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2" name="Straight Arrow Connector 60">
                        <a:extLst>
                          <a:ext uri="{FF2B5EF4-FFF2-40B4-BE49-F238E27FC236}">
                            <a16:creationId xmlns:a16="http://schemas.microsoft.com/office/drawing/2014/main" id="{199853BF-C37B-7B6A-380F-6974568B617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260234" y="3726345"/>
                        <a:ext cx="0" cy="558275"/>
                      </a:xfrm>
                      <a:prstGeom prst="straightConnector1">
                        <a:avLst/>
                      </a:prstGeom>
                      <a:ln w="9525" cap="flat" cmpd="sng" algn="ctr">
                        <a:solidFill>
                          <a:schemeClr val="dk1"/>
                        </a:solidFill>
                        <a:prstDash val="sysDash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3" name="Straight Arrow Connector 61">
                        <a:extLst>
                          <a:ext uri="{FF2B5EF4-FFF2-40B4-BE49-F238E27FC236}">
                            <a16:creationId xmlns:a16="http://schemas.microsoft.com/office/drawing/2014/main" id="{F5286608-B19E-4C5C-E097-340D363E44A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57207" y="3720478"/>
                        <a:ext cx="0" cy="564142"/>
                      </a:xfrm>
                      <a:prstGeom prst="straightConnector1">
                        <a:avLst/>
                      </a:prstGeom>
                      <a:ln w="9525" cap="flat" cmpd="sng" algn="ctr">
                        <a:solidFill>
                          <a:schemeClr val="dk1"/>
                        </a:solidFill>
                        <a:prstDash val="sysDash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304" name="Straight Arrow Connector 43">
                      <a:extLst>
                        <a:ext uri="{FF2B5EF4-FFF2-40B4-BE49-F238E27FC236}">
                          <a16:creationId xmlns:a16="http://schemas.microsoft.com/office/drawing/2014/main" id="{0843168E-958A-C07D-B0B2-89E5BE047C0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363674" y="2693820"/>
                      <a:ext cx="412312" cy="4322"/>
                    </a:xfrm>
                    <a:prstGeom prst="straightConnector1">
                      <a:avLst/>
                    </a:prstGeom>
                    <a:ln w="3175"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Straight Arrow Connector 46">
                      <a:extLst>
                        <a:ext uri="{FF2B5EF4-FFF2-40B4-BE49-F238E27FC236}">
                          <a16:creationId xmlns:a16="http://schemas.microsoft.com/office/drawing/2014/main" id="{189B5A05-01E1-F7EA-FE7A-33808966A8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852032" y="2692406"/>
                      <a:ext cx="553834" cy="0"/>
                    </a:xfrm>
                    <a:prstGeom prst="straightConnector1">
                      <a:avLst/>
                    </a:prstGeom>
                    <a:ln w="3175"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Straight Arrow Connector 51">
                      <a:extLst>
                        <a:ext uri="{FF2B5EF4-FFF2-40B4-BE49-F238E27FC236}">
                          <a16:creationId xmlns:a16="http://schemas.microsoft.com/office/drawing/2014/main" id="{15E9B4F3-1953-4BAD-57F6-9ADD9C565B1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470616" y="2692405"/>
                      <a:ext cx="201952" cy="0"/>
                    </a:xfrm>
                    <a:prstGeom prst="straightConnector1">
                      <a:avLst/>
                    </a:prstGeom>
                    <a:ln w="3175"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Straight Arrow Connector 56">
                      <a:extLst>
                        <a:ext uri="{FF2B5EF4-FFF2-40B4-BE49-F238E27FC236}">
                          <a16:creationId xmlns:a16="http://schemas.microsoft.com/office/drawing/2014/main" id="{BDE304D6-FF7B-16AF-E53E-EA87E494C3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376624" y="2932204"/>
                      <a:ext cx="2288872" cy="2391"/>
                    </a:xfrm>
                    <a:prstGeom prst="straightConnector1">
                      <a:avLst/>
                    </a:prstGeom>
                    <a:ln w="3175">
                      <a:headEnd type="none" w="sm" len="sm"/>
                      <a:tailEnd type="triangle" w="sm" len="sm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Straight Arrow Connector 79">
                      <a:extLst>
                        <a:ext uri="{FF2B5EF4-FFF2-40B4-BE49-F238E27FC236}">
                          <a16:creationId xmlns:a16="http://schemas.microsoft.com/office/drawing/2014/main" id="{38729C50-A4EB-F582-B249-A007D470DE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746484" y="2691528"/>
                      <a:ext cx="2919012" cy="2161"/>
                    </a:xfrm>
                    <a:prstGeom prst="straightConnector1">
                      <a:avLst/>
                    </a:prstGeom>
                    <a:ln w="3175"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7" name="TextBox 296">
                        <a:extLst>
                          <a:ext uri="{FF2B5EF4-FFF2-40B4-BE49-F238E27FC236}">
                            <a16:creationId xmlns:a16="http://schemas.microsoft.com/office/drawing/2014/main" id="{81987EE6-53DF-109D-74F3-DD1B1F063ED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01857" y="2413878"/>
                        <a:ext cx="412311" cy="3071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972FE45D-FD1B-3E4D-A72D-15B4123D8BE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401857" y="2413878"/>
                        <a:ext cx="412311" cy="307116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8" name="TextBox 297">
                        <a:extLst>
                          <a:ext uri="{FF2B5EF4-FFF2-40B4-BE49-F238E27FC236}">
                            <a16:creationId xmlns:a16="http://schemas.microsoft.com/office/drawing/2014/main" id="{3F0F9327-DB86-1F95-E059-A8C88F77052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25302" y="2413878"/>
                        <a:ext cx="412311" cy="3071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1.5</m:t>
                              </m:r>
                            </m:oMath>
                          </m:oMathPara>
                        </a14:m>
                        <a:endPara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5E293806-DF4A-BDCF-5080-3C8E432C748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5302" y="2413878"/>
                        <a:ext cx="412311" cy="307116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9" name="TextBox 298">
                        <a:extLst>
                          <a:ext uri="{FF2B5EF4-FFF2-40B4-BE49-F238E27FC236}">
                            <a16:creationId xmlns:a16="http://schemas.microsoft.com/office/drawing/2014/main" id="{462F4B40-90E5-C175-1291-D08A20DF5AA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383004" y="2405834"/>
                        <a:ext cx="412311" cy="3071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0.5</m:t>
                              </m:r>
                            </m:oMath>
                          </m:oMathPara>
                        </a14:m>
                        <a:endPara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DB250388-319E-A856-AF58-6F2353E6D49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83004" y="2405834"/>
                        <a:ext cx="412311" cy="307116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0" name="TextBox 299">
                        <a:extLst>
                          <a:ext uri="{FF2B5EF4-FFF2-40B4-BE49-F238E27FC236}">
                            <a16:creationId xmlns:a16="http://schemas.microsoft.com/office/drawing/2014/main" id="{316BC5CE-166E-63F5-B0AC-1AC8930C9A6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57571" y="2419723"/>
                        <a:ext cx="412311" cy="3071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7</m:t>
                              </m:r>
                            </m:oMath>
                          </m:oMathPara>
                        </a14:m>
                        <a:endPara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F44F4F51-6DFD-B4F5-0CCA-F8AB80F692B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57571" y="2419723"/>
                        <a:ext cx="412311" cy="307116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2" name="TextBox 291">
                      <a:extLst>
                        <a:ext uri="{FF2B5EF4-FFF2-40B4-BE49-F238E27FC236}">
                          <a16:creationId xmlns:a16="http://schemas.microsoft.com/office/drawing/2014/main" id="{72AE2E23-3F73-EE3A-F222-967377F8A1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36151" y="2707205"/>
                      <a:ext cx="253996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92" name="TextBox 291">
                      <a:extLst>
                        <a:ext uri="{FF2B5EF4-FFF2-40B4-BE49-F238E27FC236}">
                          <a16:creationId xmlns:a16="http://schemas.microsoft.com/office/drawing/2014/main" id="{C34F56C2-8E82-457C-9044-AF4C6DD7FC2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36151" y="2707205"/>
                      <a:ext cx="253996" cy="21544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1BC23C6D-9350-2D24-E87A-F7217D370CC3}"/>
                  </a:ext>
                </a:extLst>
              </p:cNvPr>
              <p:cNvGrpSpPr/>
              <p:nvPr/>
            </p:nvGrpSpPr>
            <p:grpSpPr>
              <a:xfrm>
                <a:off x="2018224" y="2115542"/>
                <a:ext cx="2821551" cy="716555"/>
                <a:chOff x="2122992" y="1520618"/>
                <a:chExt cx="2821551" cy="716555"/>
              </a:xfrm>
            </p:grpSpPr>
            <p:pic>
              <p:nvPicPr>
                <p:cNvPr id="317" name="Picture 2">
                  <a:extLst>
                    <a:ext uri="{FF2B5EF4-FFF2-40B4-BE49-F238E27FC236}">
                      <a16:creationId xmlns:a16="http://schemas.microsoft.com/office/drawing/2014/main" id="{76ADF97D-8C67-5358-F15F-F80DF37F3D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rcRect b="4086"/>
                <a:stretch>
                  <a:fillRect/>
                </a:stretch>
              </p:blipFill>
              <p:spPr>
                <a:xfrm>
                  <a:off x="2248071" y="1520618"/>
                  <a:ext cx="2696472" cy="550350"/>
                </a:xfrm>
                <a:prstGeom prst="rect">
                  <a:avLst/>
                </a:prstGeom>
              </p:spPr>
            </p:pic>
            <p:cxnSp>
              <p:nvCxnSpPr>
                <p:cNvPr id="320" name="Straight Arrow Connector 8">
                  <a:extLst>
                    <a:ext uri="{FF2B5EF4-FFF2-40B4-BE49-F238E27FC236}">
                      <a16:creationId xmlns:a16="http://schemas.microsoft.com/office/drawing/2014/main" id="{CCADA563-6C70-555E-E55D-087AEC22B1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8067" y="1833884"/>
                  <a:ext cx="0" cy="192382"/>
                </a:xfrm>
                <a:prstGeom prst="straightConnector1">
                  <a:avLst/>
                </a:prstGeom>
                <a:ln w="3175">
                  <a:headEnd type="triangle" w="sm" len="sm"/>
                  <a:tailEnd type="triangle" w="sm" len="sm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1" name="TextBox 320">
                      <a:extLst>
                        <a:ext uri="{FF2B5EF4-FFF2-40B4-BE49-F238E27FC236}">
                          <a16:creationId xmlns:a16="http://schemas.microsoft.com/office/drawing/2014/main" id="{BF95300E-1B71-E892-C89B-2BF66C9EE1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22992" y="2040955"/>
                      <a:ext cx="616391" cy="1962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n-US" sz="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=0.2</m:t>
                            </m:r>
                          </m:oMath>
                        </m:oMathPara>
                      </a14:m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21" name="TextBox 320">
                      <a:extLst>
                        <a:ext uri="{FF2B5EF4-FFF2-40B4-BE49-F238E27FC236}">
                          <a16:creationId xmlns:a16="http://schemas.microsoft.com/office/drawing/2014/main" id="{85687299-CB3B-4F55-BA1F-955F186CC99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22992" y="2040955"/>
                      <a:ext cx="616391" cy="19621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2" name="Straight Arrow Connector 101">
                  <a:extLst>
                    <a:ext uri="{FF2B5EF4-FFF2-40B4-BE49-F238E27FC236}">
                      <a16:creationId xmlns:a16="http://schemas.microsoft.com/office/drawing/2014/main" id="{4A36422B-8347-9EEA-4DEC-1118B12F7F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2186" y="1850038"/>
                  <a:ext cx="0" cy="100653"/>
                </a:xfrm>
                <a:prstGeom prst="straightConnector1">
                  <a:avLst/>
                </a:prstGeom>
                <a:ln w="3175">
                  <a:headEnd type="none" w="sm" len="sm"/>
                  <a:tailEnd type="triangle" w="sm" len="sm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3" name="TextBox 322">
                      <a:extLst>
                        <a:ext uri="{FF2B5EF4-FFF2-40B4-BE49-F238E27FC236}">
                          <a16:creationId xmlns:a16="http://schemas.microsoft.com/office/drawing/2014/main" id="{7C8667EA-576F-EDDC-42E9-DAF8E45DBC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77025" y="1910393"/>
                      <a:ext cx="671535" cy="1962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sz="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=0.02</m:t>
                            </m:r>
                          </m:oMath>
                        </m:oMathPara>
                      </a14:m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23" name="TextBox 322">
                      <a:extLst>
                        <a:ext uri="{FF2B5EF4-FFF2-40B4-BE49-F238E27FC236}">
                          <a16:creationId xmlns:a16="http://schemas.microsoft.com/office/drawing/2014/main" id="{116C0F44-9F00-488E-B156-867E5B8F8C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77025" y="1910393"/>
                      <a:ext cx="671535" cy="196218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5" name="TextBox 314">
                      <a:extLst>
                        <a:ext uri="{FF2B5EF4-FFF2-40B4-BE49-F238E27FC236}">
                          <a16:creationId xmlns:a16="http://schemas.microsoft.com/office/drawing/2014/main" id="{56C8FB1F-732A-67A2-B4A6-36503539D4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1862" y="1810549"/>
                      <a:ext cx="918072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8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8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sz="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=0.</m:t>
                            </m:r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15" name="TextBox 314">
                      <a:extLst>
                        <a:ext uri="{FF2B5EF4-FFF2-40B4-BE49-F238E27FC236}">
                          <a16:creationId xmlns:a16="http://schemas.microsoft.com/office/drawing/2014/main" id="{56C8FB1F-732A-67A2-B4A6-36503539D4A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1862" y="1810549"/>
                      <a:ext cx="918072" cy="21544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16" name="Straight Arrow Connector 9">
                  <a:extLst>
                    <a:ext uri="{FF2B5EF4-FFF2-40B4-BE49-F238E27FC236}">
                      <a16:creationId xmlns:a16="http://schemas.microsoft.com/office/drawing/2014/main" id="{C2900F97-A86A-D5EC-187E-398D54E4F7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51759" y="1972652"/>
                  <a:ext cx="1023" cy="87626"/>
                </a:xfrm>
                <a:prstGeom prst="straightConnector1">
                  <a:avLst/>
                </a:prstGeom>
                <a:ln w="3175">
                  <a:headEnd type="none" w="sm" len="sm"/>
                  <a:tailEnd type="triangle" w="sm" len="sm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Arrow Connector 96">
                  <a:extLst>
                    <a:ext uri="{FF2B5EF4-FFF2-40B4-BE49-F238E27FC236}">
                      <a16:creationId xmlns:a16="http://schemas.microsoft.com/office/drawing/2014/main" id="{68EFB608-3577-CA1A-4684-F947BA7E7C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08449" y="1837120"/>
                  <a:ext cx="0" cy="146792"/>
                </a:xfrm>
                <a:prstGeom prst="straightConnector1">
                  <a:avLst/>
                </a:prstGeom>
                <a:ln w="3175">
                  <a:headEnd type="none" w="sm" len="sm"/>
                  <a:tailEnd type="triangle" w="sm" len="sm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Arrow Connector 98">
                  <a:extLst>
                    <a:ext uri="{FF2B5EF4-FFF2-40B4-BE49-F238E27FC236}">
                      <a16:creationId xmlns:a16="http://schemas.microsoft.com/office/drawing/2014/main" id="{CC6C1BD1-821D-DCFB-1CA6-957679CD01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07829" y="1638017"/>
                  <a:ext cx="620" cy="134349"/>
                </a:xfrm>
                <a:prstGeom prst="straightConnector1">
                  <a:avLst/>
                </a:prstGeom>
                <a:ln w="3175">
                  <a:headEnd type="none" w="sm" len="sm"/>
                  <a:tailEnd type="triangle" w="sm" len="sm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1" name="직선 화살표 연결선 330">
                <a:extLst>
                  <a:ext uri="{FF2B5EF4-FFF2-40B4-BE49-F238E27FC236}">
                    <a16:creationId xmlns:a16="http://schemas.microsoft.com/office/drawing/2014/main" id="{0149D613-D138-6596-2BE2-618ACFB61C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2385" y="2539322"/>
                <a:ext cx="273334" cy="33037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168D5035-4963-663C-E61E-74C8E720D64F}"/>
                  </a:ext>
                </a:extLst>
              </p:cNvPr>
              <p:cNvSpPr/>
              <p:nvPr/>
            </p:nvSpPr>
            <p:spPr>
              <a:xfrm>
                <a:off x="4772963" y="2199535"/>
                <a:ext cx="66812" cy="6681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1" name="TextBox 500">
                <a:extLst>
                  <a:ext uri="{FF2B5EF4-FFF2-40B4-BE49-F238E27FC236}">
                    <a16:creationId xmlns:a16="http://schemas.microsoft.com/office/drawing/2014/main" id="{C95B8F50-754B-7892-AF54-9C921931FCD4}"/>
                  </a:ext>
                </a:extLst>
              </p:cNvPr>
              <p:cNvSpPr txBox="1"/>
              <p:nvPr/>
            </p:nvSpPr>
            <p:spPr>
              <a:xfrm>
                <a:off x="2016566" y="2128202"/>
                <a:ext cx="27479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D1B25DE6-BF1D-BA5F-9823-5F8B93D3E55B}"/>
                  </a:ext>
                </a:extLst>
              </p:cNvPr>
              <p:cNvSpPr txBox="1"/>
              <p:nvPr/>
            </p:nvSpPr>
            <p:spPr>
              <a:xfrm>
                <a:off x="4751199" y="1944713"/>
                <a:ext cx="27479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8DB09B6-A27F-D7A9-EB5F-AFF8097797C3}"/>
                </a:ext>
              </a:extLst>
            </p:cNvPr>
            <p:cNvGrpSpPr/>
            <p:nvPr/>
          </p:nvGrpSpPr>
          <p:grpSpPr>
            <a:xfrm>
              <a:off x="1455797" y="3421374"/>
              <a:ext cx="1883007" cy="1386016"/>
              <a:chOff x="1455797" y="3421374"/>
              <a:chExt cx="1883007" cy="1386016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B969B8F-277B-0FE5-DE49-88AC5E2041D5}"/>
                  </a:ext>
                </a:extLst>
              </p:cNvPr>
              <p:cNvGrpSpPr/>
              <p:nvPr/>
            </p:nvGrpSpPr>
            <p:grpSpPr>
              <a:xfrm>
                <a:off x="1664368" y="3587341"/>
                <a:ext cx="1578525" cy="1220049"/>
                <a:chOff x="1473525" y="5397611"/>
                <a:chExt cx="2001754" cy="160318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8" name="차트 149">
                      <a:extLst>
                        <a:ext uri="{FF2B5EF4-FFF2-40B4-BE49-F238E27FC236}">
                          <a16:creationId xmlns:a16="http://schemas.microsoft.com/office/drawing/2014/main" id="{AF2122B7-51F7-B84F-8A1F-6B9EE72FC559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639459" y="5397611"/>
                    <a:ext cx="1835820" cy="1510856"/>
                  </p:xfrm>
                  <a:graphic>
                    <a:graphicData uri="http://schemas.openxmlformats.org/drawingml/2006/chart">
                      <c:chart xmlns:c="http://schemas.openxmlformats.org/drawingml/2006/chart" xmlns:r="http://schemas.openxmlformats.org/officeDocument/2006/relationships" r:id="rId18"/>
                    </a:graphicData>
                  </a:graphic>
                </p:graphicFrame>
              </mc:Choice>
              <mc:Fallback xmlns="">
                <p:graphicFrame>
                  <p:nvGraphicFramePr>
                    <p:cNvPr id="48" name="차트 149">
                      <a:extLst>
                        <a:ext uri="{FF2B5EF4-FFF2-40B4-BE49-F238E27FC236}">
                          <a16:creationId xmlns:a16="http://schemas.microsoft.com/office/drawing/2014/main" id="{AF2122B7-51F7-B84F-8A1F-6B9EE72FC559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639459" y="5397611"/>
                    <a:ext cx="1835820" cy="1510856"/>
                  </p:xfrm>
                  <a:graphic>
                    <a:graphicData uri="http://schemas.openxmlformats.org/drawingml/2006/chart">
                      <c:chart xmlns:c="http://schemas.openxmlformats.org/drawingml/2006/chart" xmlns:r="http://schemas.openxmlformats.org/officeDocument/2006/relationships" r:id="rId19"/>
                    </a:graphicData>
                  </a:graphic>
                </p:graphicFrame>
              </mc:Fallback>
            </mc:AlternateContent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7943346-DB73-8DF4-D8F9-3F585956436F}"/>
                    </a:ext>
                  </a:extLst>
                </p:cNvPr>
                <p:cNvSpPr txBox="1"/>
                <p:nvPr/>
              </p:nvSpPr>
              <p:spPr>
                <a:xfrm rot="16200000">
                  <a:off x="992041" y="5940401"/>
                  <a:ext cx="1242717" cy="279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7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Pressure (mmHg)</a:t>
                  </a:r>
                  <a:endParaRPr lang="ko-KR" altLang="en-US" sz="7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6FDF295-4E3A-F4FB-C5E4-95B6793B5D5E}"/>
                    </a:ext>
                  </a:extLst>
                </p:cNvPr>
                <p:cNvSpPr txBox="1"/>
                <p:nvPr/>
              </p:nvSpPr>
              <p:spPr>
                <a:xfrm>
                  <a:off x="2309222" y="6800744"/>
                  <a:ext cx="514885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700">
                      <a:latin typeface="Arial" panose="020B0604020202020204" pitchFamily="34" charset="0"/>
                      <a:cs typeface="Arial" panose="020B0604020202020204" pitchFamily="34" charset="0"/>
                    </a:rPr>
                    <a:t>Time (s)</a:t>
                  </a:r>
                  <a:endParaRPr lang="ko-KR" altLang="en-US" sz="7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F79C105-71C1-D822-278B-E2A58A14C88F}"/>
                  </a:ext>
                </a:extLst>
              </p:cNvPr>
              <p:cNvSpPr txBox="1"/>
              <p:nvPr/>
            </p:nvSpPr>
            <p:spPr>
              <a:xfrm>
                <a:off x="1455797" y="3421374"/>
                <a:ext cx="1883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(a). Pressure inlet waveform</a:t>
                </a:r>
                <a:endParaRPr lang="ko-KR" altLang="en-US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66A9C73-55B4-E4C0-BDC8-0E9C4C1B3148}"/>
                </a:ext>
              </a:extLst>
            </p:cNvPr>
            <p:cNvGrpSpPr/>
            <p:nvPr/>
          </p:nvGrpSpPr>
          <p:grpSpPr>
            <a:xfrm>
              <a:off x="3414532" y="3420413"/>
              <a:ext cx="1883008" cy="934290"/>
              <a:chOff x="1467482" y="4845496"/>
              <a:chExt cx="1883008" cy="934290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E3D99B-3F41-76EB-B85D-172E664DFFC1}"/>
                  </a:ext>
                </a:extLst>
              </p:cNvPr>
              <p:cNvSpPr txBox="1"/>
              <p:nvPr/>
            </p:nvSpPr>
            <p:spPr>
              <a:xfrm>
                <a:off x="1467482" y="4845496"/>
                <a:ext cx="188300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(b). Coronary boundary model</a:t>
                </a:r>
                <a:endParaRPr lang="ko-KR" altLang="en-US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A3CBFFEE-9531-3240-2D05-4345E6875902}"/>
                  </a:ext>
                </a:extLst>
              </p:cNvPr>
              <p:cNvGrpSpPr/>
              <p:nvPr/>
            </p:nvGrpSpPr>
            <p:grpSpPr>
              <a:xfrm>
                <a:off x="1545104" y="5010650"/>
                <a:ext cx="1594148" cy="769136"/>
                <a:chOff x="3414519" y="4133224"/>
                <a:chExt cx="1897708" cy="972475"/>
              </a:xfrm>
            </p:grpSpPr>
            <p:sp>
              <p:nvSpPr>
                <p:cNvPr id="54" name="원통형 77">
                  <a:extLst>
                    <a:ext uri="{FF2B5EF4-FFF2-40B4-BE49-F238E27FC236}">
                      <a16:creationId xmlns:a16="http://schemas.microsoft.com/office/drawing/2014/main" id="{FEEF8CB9-2B37-A726-F729-0DE71F560939}"/>
                    </a:ext>
                  </a:extLst>
                </p:cNvPr>
                <p:cNvSpPr/>
                <p:nvPr/>
              </p:nvSpPr>
              <p:spPr>
                <a:xfrm rot="5400000">
                  <a:off x="3484487" y="4244476"/>
                  <a:ext cx="241924" cy="381860"/>
                </a:xfrm>
                <a:prstGeom prst="can">
                  <a:avLst>
                    <a:gd name="adj" fmla="val 41519"/>
                  </a:avLst>
                </a:prstGeom>
                <a:solidFill>
                  <a:srgbClr val="FF8B8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/>
                </a:p>
              </p:txBody>
            </p:sp>
            <p:sp>
              <p:nvSpPr>
                <p:cNvPr id="55" name="자유형: 도형 78">
                  <a:extLst>
                    <a:ext uri="{FF2B5EF4-FFF2-40B4-BE49-F238E27FC236}">
                      <a16:creationId xmlns:a16="http://schemas.microsoft.com/office/drawing/2014/main" id="{7D6AF507-C8E4-880B-9664-408D43E5E204}"/>
                    </a:ext>
                  </a:extLst>
                </p:cNvPr>
                <p:cNvSpPr/>
                <p:nvPr/>
              </p:nvSpPr>
              <p:spPr>
                <a:xfrm>
                  <a:off x="3752527" y="4378503"/>
                  <a:ext cx="1506724" cy="113805"/>
                </a:xfrm>
                <a:custGeom>
                  <a:avLst/>
                  <a:gdLst>
                    <a:gd name="connsiteX0" fmla="*/ 0 w 1666875"/>
                    <a:gd name="connsiteY0" fmla="*/ 83343 h 185737"/>
                    <a:gd name="connsiteX1" fmla="*/ 154781 w 1666875"/>
                    <a:gd name="connsiteY1" fmla="*/ 83343 h 185737"/>
                    <a:gd name="connsiteX2" fmla="*/ 171450 w 1666875"/>
                    <a:gd name="connsiteY2" fmla="*/ 2381 h 185737"/>
                    <a:gd name="connsiteX3" fmla="*/ 219075 w 1666875"/>
                    <a:gd name="connsiteY3" fmla="*/ 180975 h 185737"/>
                    <a:gd name="connsiteX4" fmla="*/ 257175 w 1666875"/>
                    <a:gd name="connsiteY4" fmla="*/ 0 h 185737"/>
                    <a:gd name="connsiteX5" fmla="*/ 307181 w 1666875"/>
                    <a:gd name="connsiteY5" fmla="*/ 180975 h 185737"/>
                    <a:gd name="connsiteX6" fmla="*/ 345281 w 1666875"/>
                    <a:gd name="connsiteY6" fmla="*/ 2381 h 185737"/>
                    <a:gd name="connsiteX7" fmla="*/ 392906 w 1666875"/>
                    <a:gd name="connsiteY7" fmla="*/ 185737 h 185737"/>
                    <a:gd name="connsiteX8" fmla="*/ 419100 w 1666875"/>
                    <a:gd name="connsiteY8" fmla="*/ 90487 h 185737"/>
                    <a:gd name="connsiteX9" fmla="*/ 659606 w 1666875"/>
                    <a:gd name="connsiteY9" fmla="*/ 90487 h 185737"/>
                    <a:gd name="connsiteX10" fmla="*/ 685800 w 1666875"/>
                    <a:gd name="connsiteY10" fmla="*/ 2381 h 185737"/>
                    <a:gd name="connsiteX11" fmla="*/ 731043 w 1666875"/>
                    <a:gd name="connsiteY11" fmla="*/ 183356 h 185737"/>
                    <a:gd name="connsiteX12" fmla="*/ 769143 w 1666875"/>
                    <a:gd name="connsiteY12" fmla="*/ 2381 h 185737"/>
                    <a:gd name="connsiteX13" fmla="*/ 819150 w 1666875"/>
                    <a:gd name="connsiteY13" fmla="*/ 183356 h 185737"/>
                    <a:gd name="connsiteX14" fmla="*/ 857250 w 1666875"/>
                    <a:gd name="connsiteY14" fmla="*/ 4762 h 185737"/>
                    <a:gd name="connsiteX15" fmla="*/ 907256 w 1666875"/>
                    <a:gd name="connsiteY15" fmla="*/ 185737 h 185737"/>
                    <a:gd name="connsiteX16" fmla="*/ 928687 w 1666875"/>
                    <a:gd name="connsiteY16" fmla="*/ 97631 h 185737"/>
                    <a:gd name="connsiteX17" fmla="*/ 1188243 w 1666875"/>
                    <a:gd name="connsiteY17" fmla="*/ 97631 h 185737"/>
                    <a:gd name="connsiteX18" fmla="*/ 1209675 w 1666875"/>
                    <a:gd name="connsiteY18" fmla="*/ 2381 h 185737"/>
                    <a:gd name="connsiteX19" fmla="*/ 1252537 w 1666875"/>
                    <a:gd name="connsiteY19" fmla="*/ 180975 h 185737"/>
                    <a:gd name="connsiteX20" fmla="*/ 1295400 w 1666875"/>
                    <a:gd name="connsiteY20" fmla="*/ 2381 h 185737"/>
                    <a:gd name="connsiteX21" fmla="*/ 1343025 w 1666875"/>
                    <a:gd name="connsiteY21" fmla="*/ 178593 h 185737"/>
                    <a:gd name="connsiteX22" fmla="*/ 1381125 w 1666875"/>
                    <a:gd name="connsiteY22" fmla="*/ 2381 h 185737"/>
                    <a:gd name="connsiteX23" fmla="*/ 1428750 w 1666875"/>
                    <a:gd name="connsiteY23" fmla="*/ 180975 h 185737"/>
                    <a:gd name="connsiteX24" fmla="*/ 1454943 w 1666875"/>
                    <a:gd name="connsiteY24" fmla="*/ 95250 h 185737"/>
                    <a:gd name="connsiteX25" fmla="*/ 1666875 w 1666875"/>
                    <a:gd name="connsiteY25" fmla="*/ 95250 h 185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666875" h="185737">
                      <a:moveTo>
                        <a:pt x="0" y="83343"/>
                      </a:moveTo>
                      <a:lnTo>
                        <a:pt x="154781" y="83343"/>
                      </a:lnTo>
                      <a:lnTo>
                        <a:pt x="171450" y="2381"/>
                      </a:lnTo>
                      <a:lnTo>
                        <a:pt x="219075" y="180975"/>
                      </a:lnTo>
                      <a:lnTo>
                        <a:pt x="257175" y="0"/>
                      </a:lnTo>
                      <a:lnTo>
                        <a:pt x="307181" y="180975"/>
                      </a:lnTo>
                      <a:lnTo>
                        <a:pt x="345281" y="2381"/>
                      </a:lnTo>
                      <a:lnTo>
                        <a:pt x="392906" y="185737"/>
                      </a:lnTo>
                      <a:lnTo>
                        <a:pt x="419100" y="90487"/>
                      </a:lnTo>
                      <a:lnTo>
                        <a:pt x="659606" y="90487"/>
                      </a:lnTo>
                      <a:lnTo>
                        <a:pt x="685800" y="2381"/>
                      </a:lnTo>
                      <a:lnTo>
                        <a:pt x="731043" y="183356"/>
                      </a:lnTo>
                      <a:lnTo>
                        <a:pt x="769143" y="2381"/>
                      </a:lnTo>
                      <a:lnTo>
                        <a:pt x="819150" y="183356"/>
                      </a:lnTo>
                      <a:lnTo>
                        <a:pt x="857250" y="4762"/>
                      </a:lnTo>
                      <a:lnTo>
                        <a:pt x="907256" y="185737"/>
                      </a:lnTo>
                      <a:lnTo>
                        <a:pt x="928687" y="97631"/>
                      </a:lnTo>
                      <a:lnTo>
                        <a:pt x="1188243" y="97631"/>
                      </a:lnTo>
                      <a:lnTo>
                        <a:pt x="1209675" y="2381"/>
                      </a:lnTo>
                      <a:lnTo>
                        <a:pt x="1252537" y="180975"/>
                      </a:lnTo>
                      <a:lnTo>
                        <a:pt x="1295400" y="2381"/>
                      </a:lnTo>
                      <a:lnTo>
                        <a:pt x="1343025" y="178593"/>
                      </a:lnTo>
                      <a:lnTo>
                        <a:pt x="1381125" y="2381"/>
                      </a:lnTo>
                      <a:lnTo>
                        <a:pt x="1428750" y="180975"/>
                      </a:lnTo>
                      <a:lnTo>
                        <a:pt x="1454943" y="95250"/>
                      </a:lnTo>
                      <a:lnTo>
                        <a:pt x="1666875" y="9525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/>
                </a:p>
              </p:txBody>
            </p:sp>
            <p:cxnSp>
              <p:nvCxnSpPr>
                <p:cNvPr id="56" name="직선 연결선 79">
                  <a:extLst>
                    <a:ext uri="{FF2B5EF4-FFF2-40B4-BE49-F238E27FC236}">
                      <a16:creationId xmlns:a16="http://schemas.microsoft.com/office/drawing/2014/main" id="{24D6406C-FE43-E45B-24D3-6BA33A6FEE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98451" y="4437379"/>
                  <a:ext cx="1" cy="34964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80">
                  <a:extLst>
                    <a:ext uri="{FF2B5EF4-FFF2-40B4-BE49-F238E27FC236}">
                      <a16:creationId xmlns:a16="http://schemas.microsoft.com/office/drawing/2014/main" id="{0770B040-0D1B-7EC9-8A94-3920C544AC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2738" y="4787019"/>
                  <a:ext cx="19054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81">
                  <a:extLst>
                    <a:ext uri="{FF2B5EF4-FFF2-40B4-BE49-F238E27FC236}">
                      <a16:creationId xmlns:a16="http://schemas.microsoft.com/office/drawing/2014/main" id="{9526B7B7-92A0-D030-E520-5095ECDDA5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2738" y="4827557"/>
                  <a:ext cx="19054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82">
                  <a:extLst>
                    <a:ext uri="{FF2B5EF4-FFF2-40B4-BE49-F238E27FC236}">
                      <a16:creationId xmlns:a16="http://schemas.microsoft.com/office/drawing/2014/main" id="{340BE5E3-6D3F-B135-3C44-0317F0B03A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02909" y="4437379"/>
                  <a:ext cx="1" cy="1509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연결선 83">
                  <a:extLst>
                    <a:ext uri="{FF2B5EF4-FFF2-40B4-BE49-F238E27FC236}">
                      <a16:creationId xmlns:a16="http://schemas.microsoft.com/office/drawing/2014/main" id="{21CB3CEF-0F47-0C4D-64BF-2E23A930A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07197" y="4588293"/>
                  <a:ext cx="19054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직선 연결선 84">
                  <a:extLst>
                    <a:ext uri="{FF2B5EF4-FFF2-40B4-BE49-F238E27FC236}">
                      <a16:creationId xmlns:a16="http://schemas.microsoft.com/office/drawing/2014/main" id="{AA7F01F9-1AC8-9F43-E5D5-F911BF76A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07197" y="4628831"/>
                  <a:ext cx="19054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85">
                  <a:extLst>
                    <a:ext uri="{FF2B5EF4-FFF2-40B4-BE49-F238E27FC236}">
                      <a16:creationId xmlns:a16="http://schemas.microsoft.com/office/drawing/2014/main" id="{BD5A5C0E-2E22-FD15-8FFD-3458EEE8C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97573" y="4834157"/>
                  <a:ext cx="877" cy="2300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타원 86">
                  <a:extLst>
                    <a:ext uri="{FF2B5EF4-FFF2-40B4-BE49-F238E27FC236}">
                      <a16:creationId xmlns:a16="http://schemas.microsoft.com/office/drawing/2014/main" id="{8F535564-3505-A057-1ABF-A8C170977E8F}"/>
                    </a:ext>
                  </a:extLst>
                </p:cNvPr>
                <p:cNvSpPr/>
                <p:nvPr/>
              </p:nvSpPr>
              <p:spPr>
                <a:xfrm>
                  <a:off x="4596327" y="4741280"/>
                  <a:ext cx="204881" cy="20790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/>
                </a:p>
              </p:txBody>
            </p:sp>
            <p:cxnSp>
              <p:nvCxnSpPr>
                <p:cNvPr id="448" name="직선 연결선 87">
                  <a:extLst>
                    <a:ext uri="{FF2B5EF4-FFF2-40B4-BE49-F238E27FC236}">
                      <a16:creationId xmlns:a16="http://schemas.microsoft.com/office/drawing/2014/main" id="{2FEA8572-F817-B2AF-50C0-F278C6EB1C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02910" y="4629335"/>
                  <a:ext cx="1" cy="1119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직선 연결선 88">
                  <a:extLst>
                    <a:ext uri="{FF2B5EF4-FFF2-40B4-BE49-F238E27FC236}">
                      <a16:creationId xmlns:a16="http://schemas.microsoft.com/office/drawing/2014/main" id="{35DB8393-A713-B960-3E0C-CCC823F793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02910" y="4951372"/>
                  <a:ext cx="1" cy="1119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0" name="TextBox 449">
                  <a:extLst>
                    <a:ext uri="{FF2B5EF4-FFF2-40B4-BE49-F238E27FC236}">
                      <a16:creationId xmlns:a16="http://schemas.microsoft.com/office/drawing/2014/main" id="{A2767109-E849-7992-D608-82D2B5D56E01}"/>
                    </a:ext>
                  </a:extLst>
                </p:cNvPr>
                <p:cNvSpPr txBox="1"/>
                <p:nvPr/>
              </p:nvSpPr>
              <p:spPr>
                <a:xfrm>
                  <a:off x="3833652" y="4133224"/>
                  <a:ext cx="338627" cy="263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altLang="ko-KR" sz="800" i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ko-KR" altLang="en-US" sz="800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1" name="TextBox 450">
                  <a:extLst>
                    <a:ext uri="{FF2B5EF4-FFF2-40B4-BE49-F238E27FC236}">
                      <a16:creationId xmlns:a16="http://schemas.microsoft.com/office/drawing/2014/main" id="{539641EC-1EBB-FCCD-D456-51CAA959F6D2}"/>
                    </a:ext>
                  </a:extLst>
                </p:cNvPr>
                <p:cNvSpPr txBox="1"/>
                <p:nvPr/>
              </p:nvSpPr>
              <p:spPr>
                <a:xfrm>
                  <a:off x="4235472" y="4133923"/>
                  <a:ext cx="479352" cy="27240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altLang="ko-KR" sz="8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a-mic</a:t>
                  </a:r>
                  <a:endParaRPr lang="ko-KR" alt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2" name="TextBox 451">
                  <a:extLst>
                    <a:ext uri="{FF2B5EF4-FFF2-40B4-BE49-F238E27FC236}">
                      <a16:creationId xmlns:a16="http://schemas.microsoft.com/office/drawing/2014/main" id="{E1CBF33F-0249-AD70-84C4-8F3D6AFEAD55}"/>
                    </a:ext>
                  </a:extLst>
                </p:cNvPr>
                <p:cNvSpPr txBox="1"/>
                <p:nvPr/>
              </p:nvSpPr>
              <p:spPr>
                <a:xfrm>
                  <a:off x="4736870" y="4138233"/>
                  <a:ext cx="475535" cy="27240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altLang="ko-KR" sz="8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ko-KR" sz="8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-mic</a:t>
                  </a:r>
                  <a:endParaRPr lang="ko-KR" alt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3" name="TextBox 452">
                  <a:extLst>
                    <a:ext uri="{FF2B5EF4-FFF2-40B4-BE49-F238E27FC236}">
                      <a16:creationId xmlns:a16="http://schemas.microsoft.com/office/drawing/2014/main" id="{63A937FF-90D0-5D50-4951-41598971425D}"/>
                    </a:ext>
                  </a:extLst>
                </p:cNvPr>
                <p:cNvSpPr txBox="1"/>
                <p:nvPr/>
              </p:nvSpPr>
              <p:spPr>
                <a:xfrm>
                  <a:off x="4513013" y="4699477"/>
                  <a:ext cx="381149" cy="2636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  <a:r>
                    <a:rPr lang="en-US" altLang="ko-KR" sz="8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im</a:t>
                  </a:r>
                  <a:endParaRPr lang="ko-KR" alt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4" name="TextBox 453">
                  <a:extLst>
                    <a:ext uri="{FF2B5EF4-FFF2-40B4-BE49-F238E27FC236}">
                      <a16:creationId xmlns:a16="http://schemas.microsoft.com/office/drawing/2014/main" id="{929567FD-CCCF-6063-1F0A-059E0418E46C}"/>
                    </a:ext>
                  </a:extLst>
                </p:cNvPr>
                <p:cNvSpPr txBox="1"/>
                <p:nvPr/>
              </p:nvSpPr>
              <p:spPr>
                <a:xfrm>
                  <a:off x="3763281" y="4690225"/>
                  <a:ext cx="415939" cy="263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ko-KR" sz="800" i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cor</a:t>
                  </a:r>
                  <a:endParaRPr lang="ko-KR" altLang="en-US" sz="800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5" name="TextBox 454">
                  <a:extLst>
                    <a:ext uri="{FF2B5EF4-FFF2-40B4-BE49-F238E27FC236}">
                      <a16:creationId xmlns:a16="http://schemas.microsoft.com/office/drawing/2014/main" id="{BA2F824B-446D-4BB2-B139-8A49AA292398}"/>
                    </a:ext>
                  </a:extLst>
                </p:cNvPr>
                <p:cNvSpPr txBox="1"/>
                <p:nvPr/>
              </p:nvSpPr>
              <p:spPr>
                <a:xfrm>
                  <a:off x="4244216" y="4497943"/>
                  <a:ext cx="442998" cy="263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ko-KR" sz="800" i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myo</a:t>
                  </a:r>
                  <a:endParaRPr lang="ko-KR" altLang="en-US" sz="800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56" name="그룹 99">
                  <a:extLst>
                    <a:ext uri="{FF2B5EF4-FFF2-40B4-BE49-F238E27FC236}">
                      <a16:creationId xmlns:a16="http://schemas.microsoft.com/office/drawing/2014/main" id="{1E60C373-CB5D-22EC-E8E7-EABD9DC5132B}"/>
                    </a:ext>
                  </a:extLst>
                </p:cNvPr>
                <p:cNvGrpSpPr/>
                <p:nvPr/>
              </p:nvGrpSpPr>
              <p:grpSpPr>
                <a:xfrm rot="5400000">
                  <a:off x="4682515" y="5030437"/>
                  <a:ext cx="42680" cy="107843"/>
                  <a:chOff x="2154767" y="4574497"/>
                  <a:chExt cx="995230" cy="2551915"/>
                </a:xfrm>
              </p:grpSpPr>
              <p:cxnSp>
                <p:nvCxnSpPr>
                  <p:cNvPr id="468" name="직선 연결선 100">
                    <a:extLst>
                      <a:ext uri="{FF2B5EF4-FFF2-40B4-BE49-F238E27FC236}">
                        <a16:creationId xmlns:a16="http://schemas.microsoft.com/office/drawing/2014/main" id="{AC7C750B-F97C-6355-3C1A-F5E06B0C8B20}"/>
                      </a:ext>
                    </a:extLst>
                  </p:cNvPr>
                  <p:cNvCxnSpPr/>
                  <p:nvPr/>
                </p:nvCxnSpPr>
                <p:spPr>
                  <a:xfrm>
                    <a:off x="2154767" y="4574497"/>
                    <a:ext cx="0" cy="255191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9" name="직선 연결선 101">
                    <a:extLst>
                      <a:ext uri="{FF2B5EF4-FFF2-40B4-BE49-F238E27FC236}">
                        <a16:creationId xmlns:a16="http://schemas.microsoft.com/office/drawing/2014/main" id="{7A0D5C89-25D3-9986-0E7B-EDC4AB2E64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52382" y="4808612"/>
                    <a:ext cx="0" cy="208366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0" name="직선 연결선 102">
                    <a:extLst>
                      <a:ext uri="{FF2B5EF4-FFF2-40B4-BE49-F238E27FC236}">
                        <a16:creationId xmlns:a16="http://schemas.microsoft.com/office/drawing/2014/main" id="{DFEF0165-FA50-F6A4-328B-6D4853AFF4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49997" y="5329538"/>
                    <a:ext cx="0" cy="104183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457" name="그룹 103">
                  <a:extLst>
                    <a:ext uri="{FF2B5EF4-FFF2-40B4-BE49-F238E27FC236}">
                      <a16:creationId xmlns:a16="http://schemas.microsoft.com/office/drawing/2014/main" id="{91EE1242-E526-6396-665C-96FEBB17E5A1}"/>
                    </a:ext>
                  </a:extLst>
                </p:cNvPr>
                <p:cNvGrpSpPr/>
                <p:nvPr/>
              </p:nvGrpSpPr>
              <p:grpSpPr>
                <a:xfrm rot="5400000">
                  <a:off x="4177040" y="5030406"/>
                  <a:ext cx="42680" cy="107843"/>
                  <a:chOff x="2154767" y="4574497"/>
                  <a:chExt cx="995230" cy="2551915"/>
                </a:xfrm>
              </p:grpSpPr>
              <p:cxnSp>
                <p:nvCxnSpPr>
                  <p:cNvPr id="465" name="직선 연결선 104">
                    <a:extLst>
                      <a:ext uri="{FF2B5EF4-FFF2-40B4-BE49-F238E27FC236}">
                        <a16:creationId xmlns:a16="http://schemas.microsoft.com/office/drawing/2014/main" id="{066115B1-D317-ACE7-D50B-8BF7743C0E94}"/>
                      </a:ext>
                    </a:extLst>
                  </p:cNvPr>
                  <p:cNvCxnSpPr/>
                  <p:nvPr/>
                </p:nvCxnSpPr>
                <p:spPr>
                  <a:xfrm>
                    <a:off x="2154767" y="4574497"/>
                    <a:ext cx="0" cy="255191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6" name="직선 연결선 105">
                    <a:extLst>
                      <a:ext uri="{FF2B5EF4-FFF2-40B4-BE49-F238E27FC236}">
                        <a16:creationId xmlns:a16="http://schemas.microsoft.com/office/drawing/2014/main" id="{DE49E171-6BCC-B82D-ADCD-2FAAB17E43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52382" y="4808612"/>
                    <a:ext cx="0" cy="208366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7" name="직선 연결선 106">
                    <a:extLst>
                      <a:ext uri="{FF2B5EF4-FFF2-40B4-BE49-F238E27FC236}">
                        <a16:creationId xmlns:a16="http://schemas.microsoft.com/office/drawing/2014/main" id="{DFEA2C12-213B-28C3-96FF-A173DBE17E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49997" y="5329538"/>
                    <a:ext cx="0" cy="104183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458" name="그룹 142">
                  <a:extLst>
                    <a:ext uri="{FF2B5EF4-FFF2-40B4-BE49-F238E27FC236}">
                      <a16:creationId xmlns:a16="http://schemas.microsoft.com/office/drawing/2014/main" id="{7C1107F8-33BE-5650-BC8B-5F4C3156B22D}"/>
                    </a:ext>
                  </a:extLst>
                </p:cNvPr>
                <p:cNvGrpSpPr/>
                <p:nvPr/>
              </p:nvGrpSpPr>
              <p:grpSpPr>
                <a:xfrm rot="5400000">
                  <a:off x="5232619" y="5030407"/>
                  <a:ext cx="42679" cy="107843"/>
                  <a:chOff x="2154749" y="2557867"/>
                  <a:chExt cx="995205" cy="2551915"/>
                </a:xfrm>
              </p:grpSpPr>
              <p:cxnSp>
                <p:nvCxnSpPr>
                  <p:cNvPr id="462" name="직선 연결선 143">
                    <a:extLst>
                      <a:ext uri="{FF2B5EF4-FFF2-40B4-BE49-F238E27FC236}">
                        <a16:creationId xmlns:a16="http://schemas.microsoft.com/office/drawing/2014/main" id="{E4B518DA-DB77-D782-937A-25D2BF4FCB50}"/>
                      </a:ext>
                    </a:extLst>
                  </p:cNvPr>
                  <p:cNvCxnSpPr/>
                  <p:nvPr/>
                </p:nvCxnSpPr>
                <p:spPr>
                  <a:xfrm>
                    <a:off x="2154749" y="2557867"/>
                    <a:ext cx="0" cy="255191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3" name="직선 연결선 144">
                    <a:extLst>
                      <a:ext uri="{FF2B5EF4-FFF2-40B4-BE49-F238E27FC236}">
                        <a16:creationId xmlns:a16="http://schemas.microsoft.com/office/drawing/2014/main" id="{7407879A-3F0D-B442-85C6-4DA5BE250F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52361" y="2763362"/>
                    <a:ext cx="0" cy="20836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4" name="직선 연결선 145">
                    <a:extLst>
                      <a:ext uri="{FF2B5EF4-FFF2-40B4-BE49-F238E27FC236}">
                        <a16:creationId xmlns:a16="http://schemas.microsoft.com/office/drawing/2014/main" id="{03F1655E-A4C4-7D80-FA3D-2CFC964A9D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49954" y="3354775"/>
                    <a:ext cx="0" cy="104184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9" name="TextBox 458">
                      <a:extLst>
                        <a:ext uri="{FF2B5EF4-FFF2-40B4-BE49-F238E27FC236}">
                          <a16:creationId xmlns:a16="http://schemas.microsoft.com/office/drawing/2014/main" id="{D7E0C6DB-45D0-471F-112F-9C527927FB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4656" y="4588717"/>
                      <a:ext cx="298462" cy="20110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oMath>
                      </a14:m>
                      <a:r>
                        <a:rPr lang="en-US" altLang="ko-KR" sz="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ko-KR" altLang="en-US" sz="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59" name="TextBox 458">
                      <a:extLst>
                        <a:ext uri="{FF2B5EF4-FFF2-40B4-BE49-F238E27FC236}">
                          <a16:creationId xmlns:a16="http://schemas.microsoft.com/office/drawing/2014/main" id="{D7E0C6DB-45D0-471F-112F-9C527927FB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4656" y="4588717"/>
                      <a:ext cx="298462" cy="201103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b="-1923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0" name="자유형: 도형 20">
                  <a:extLst>
                    <a:ext uri="{FF2B5EF4-FFF2-40B4-BE49-F238E27FC236}">
                      <a16:creationId xmlns:a16="http://schemas.microsoft.com/office/drawing/2014/main" id="{D2A6080A-BDCB-34FE-C58F-A37D82594C9E}"/>
                    </a:ext>
                  </a:extLst>
                </p:cNvPr>
                <p:cNvSpPr/>
                <p:nvPr/>
              </p:nvSpPr>
              <p:spPr>
                <a:xfrm rot="5400000">
                  <a:off x="5002611" y="4628849"/>
                  <a:ext cx="503060" cy="116173"/>
                </a:xfrm>
                <a:custGeom>
                  <a:avLst/>
                  <a:gdLst>
                    <a:gd name="connsiteX0" fmla="*/ 0 w 749300"/>
                    <a:gd name="connsiteY0" fmla="*/ 88900 h 193675"/>
                    <a:gd name="connsiteX1" fmla="*/ 215900 w 749300"/>
                    <a:gd name="connsiteY1" fmla="*/ 88900 h 193675"/>
                    <a:gd name="connsiteX2" fmla="*/ 244475 w 749300"/>
                    <a:gd name="connsiteY2" fmla="*/ 0 h 193675"/>
                    <a:gd name="connsiteX3" fmla="*/ 314325 w 749300"/>
                    <a:gd name="connsiteY3" fmla="*/ 180975 h 193675"/>
                    <a:gd name="connsiteX4" fmla="*/ 374650 w 749300"/>
                    <a:gd name="connsiteY4" fmla="*/ 12700 h 193675"/>
                    <a:gd name="connsiteX5" fmla="*/ 438150 w 749300"/>
                    <a:gd name="connsiteY5" fmla="*/ 193675 h 193675"/>
                    <a:gd name="connsiteX6" fmla="*/ 495300 w 749300"/>
                    <a:gd name="connsiteY6" fmla="*/ 12700 h 193675"/>
                    <a:gd name="connsiteX7" fmla="*/ 565150 w 749300"/>
                    <a:gd name="connsiteY7" fmla="*/ 184150 h 193675"/>
                    <a:gd name="connsiteX8" fmla="*/ 600075 w 749300"/>
                    <a:gd name="connsiteY8" fmla="*/ 98425 h 193675"/>
                    <a:gd name="connsiteX9" fmla="*/ 749300 w 749300"/>
                    <a:gd name="connsiteY9" fmla="*/ 98425 h 193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49300" h="193675">
                      <a:moveTo>
                        <a:pt x="0" y="88900"/>
                      </a:moveTo>
                      <a:lnTo>
                        <a:pt x="215900" y="88900"/>
                      </a:lnTo>
                      <a:lnTo>
                        <a:pt x="244475" y="0"/>
                      </a:lnTo>
                      <a:lnTo>
                        <a:pt x="314325" y="180975"/>
                      </a:lnTo>
                      <a:lnTo>
                        <a:pt x="374650" y="12700"/>
                      </a:lnTo>
                      <a:lnTo>
                        <a:pt x="438150" y="193675"/>
                      </a:lnTo>
                      <a:lnTo>
                        <a:pt x="495300" y="12700"/>
                      </a:lnTo>
                      <a:lnTo>
                        <a:pt x="565150" y="184150"/>
                      </a:lnTo>
                      <a:lnTo>
                        <a:pt x="600075" y="98425"/>
                      </a:lnTo>
                      <a:lnTo>
                        <a:pt x="749300" y="98425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/>
                </a:p>
              </p:txBody>
            </p:sp>
            <p:cxnSp>
              <p:nvCxnSpPr>
                <p:cNvPr id="461" name="직선 연결선 88">
                  <a:extLst>
                    <a:ext uri="{FF2B5EF4-FFF2-40B4-BE49-F238E27FC236}">
                      <a16:creationId xmlns:a16="http://schemas.microsoft.com/office/drawing/2014/main" id="{398A7695-5189-4304-EA21-8EC1222A39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54197" y="4936553"/>
                  <a:ext cx="0" cy="12643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544" name="TextBox 543">
            <a:extLst>
              <a:ext uri="{FF2B5EF4-FFF2-40B4-BE49-F238E27FC236}">
                <a16:creationId xmlns:a16="http://schemas.microsoft.com/office/drawing/2014/main" id="{0D2AC600-3024-DB16-4EBC-34418F1D80A1}"/>
              </a:ext>
            </a:extLst>
          </p:cNvPr>
          <p:cNvSpPr txBox="1"/>
          <p:nvPr/>
        </p:nvSpPr>
        <p:spPr>
          <a:xfrm>
            <a:off x="1296574" y="1656328"/>
            <a:ext cx="18830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(A) Ideal coronary artery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1" name="Group 550">
            <a:extLst>
              <a:ext uri="{FF2B5EF4-FFF2-40B4-BE49-F238E27FC236}">
                <a16:creationId xmlns:a16="http://schemas.microsoft.com/office/drawing/2014/main" id="{E18F03AD-7D64-1BBC-E7E9-86D5E9852B29}"/>
              </a:ext>
            </a:extLst>
          </p:cNvPr>
          <p:cNvGrpSpPr/>
          <p:nvPr/>
        </p:nvGrpSpPr>
        <p:grpSpPr>
          <a:xfrm>
            <a:off x="1296574" y="4858568"/>
            <a:ext cx="3918878" cy="2905811"/>
            <a:chOff x="1296574" y="5012649"/>
            <a:chExt cx="3918878" cy="2905811"/>
          </a:xfrm>
        </p:grpSpPr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2733EED1-E8F9-750F-9879-2AAC55720D51}"/>
                </a:ext>
              </a:extLst>
            </p:cNvPr>
            <p:cNvGrpSpPr/>
            <p:nvPr/>
          </p:nvGrpSpPr>
          <p:grpSpPr>
            <a:xfrm>
              <a:off x="1638701" y="5300353"/>
              <a:ext cx="1289473" cy="2618107"/>
              <a:chOff x="4601799" y="3570508"/>
              <a:chExt cx="822575" cy="2200129"/>
            </a:xfrm>
          </p:grpSpPr>
          <p:pic>
            <p:nvPicPr>
              <p:cNvPr id="535" name="Graphic 114">
                <a:extLst>
                  <a:ext uri="{FF2B5EF4-FFF2-40B4-BE49-F238E27FC236}">
                    <a16:creationId xmlns:a16="http://schemas.microsoft.com/office/drawing/2014/main" id="{F0546415-ABED-D1DF-DBA7-45C6BE52BD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 l="38027" t="12342" r="41263" b="11507"/>
              <a:stretch>
                <a:fillRect/>
              </a:stretch>
            </p:blipFill>
            <p:spPr>
              <a:xfrm>
                <a:off x="4601799" y="3768027"/>
                <a:ext cx="822575" cy="1869213"/>
              </a:xfrm>
              <a:prstGeom prst="rect">
                <a:avLst/>
              </a:prstGeom>
            </p:spPr>
          </p:pic>
          <p:cxnSp>
            <p:nvCxnSpPr>
              <p:cNvPr id="536" name="직선 화살표 연결선 522">
                <a:extLst>
                  <a:ext uri="{FF2B5EF4-FFF2-40B4-BE49-F238E27FC236}">
                    <a16:creationId xmlns:a16="http://schemas.microsoft.com/office/drawing/2014/main" id="{414F8B84-1B41-99CD-6D60-9C1A9AD25E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0872" y="3643439"/>
                <a:ext cx="65087" cy="204634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7" name="타원 524">
                <a:extLst>
                  <a:ext uri="{FF2B5EF4-FFF2-40B4-BE49-F238E27FC236}">
                    <a16:creationId xmlns:a16="http://schemas.microsoft.com/office/drawing/2014/main" id="{ED4F6F3F-B2C3-8538-D768-DD0C45107B4F}"/>
                  </a:ext>
                </a:extLst>
              </p:cNvPr>
              <p:cNvSpPr/>
              <p:nvPr/>
            </p:nvSpPr>
            <p:spPr>
              <a:xfrm>
                <a:off x="4873161" y="5422674"/>
                <a:ext cx="66812" cy="6681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" name="타원 525">
                <a:extLst>
                  <a:ext uri="{FF2B5EF4-FFF2-40B4-BE49-F238E27FC236}">
                    <a16:creationId xmlns:a16="http://schemas.microsoft.com/office/drawing/2014/main" id="{B5866174-C076-4410-A766-ACFF853F7BA4}"/>
                  </a:ext>
                </a:extLst>
              </p:cNvPr>
              <p:cNvSpPr/>
              <p:nvPr/>
            </p:nvSpPr>
            <p:spPr>
              <a:xfrm>
                <a:off x="5097920" y="5530444"/>
                <a:ext cx="66812" cy="6681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9" name="TextBox 538">
                <a:extLst>
                  <a:ext uri="{FF2B5EF4-FFF2-40B4-BE49-F238E27FC236}">
                    <a16:creationId xmlns:a16="http://schemas.microsoft.com/office/drawing/2014/main" id="{14069042-7D18-C939-AF1B-9E183BCC6ACE}"/>
                  </a:ext>
                </a:extLst>
              </p:cNvPr>
              <p:cNvSpPr txBox="1"/>
              <p:nvPr/>
            </p:nvSpPr>
            <p:spPr>
              <a:xfrm>
                <a:off x="4765996" y="5442186"/>
                <a:ext cx="274792" cy="215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540" name="TextBox 539">
                <a:extLst>
                  <a:ext uri="{FF2B5EF4-FFF2-40B4-BE49-F238E27FC236}">
                    <a16:creationId xmlns:a16="http://schemas.microsoft.com/office/drawing/2014/main" id="{16FB1C3F-35BF-B625-776E-520F5A708018}"/>
                  </a:ext>
                </a:extLst>
              </p:cNvPr>
              <p:cNvSpPr txBox="1"/>
              <p:nvPr/>
            </p:nvSpPr>
            <p:spPr>
              <a:xfrm>
                <a:off x="4993930" y="5555194"/>
                <a:ext cx="274792" cy="215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541" name="TextBox 540">
                <a:extLst>
                  <a:ext uri="{FF2B5EF4-FFF2-40B4-BE49-F238E27FC236}">
                    <a16:creationId xmlns:a16="http://schemas.microsoft.com/office/drawing/2014/main" id="{1A3D7AF0-8144-0332-D0E7-76D80A7CD948}"/>
                  </a:ext>
                </a:extLst>
              </p:cNvPr>
              <p:cNvSpPr txBox="1"/>
              <p:nvPr/>
            </p:nvSpPr>
            <p:spPr>
              <a:xfrm>
                <a:off x="4659811" y="3570508"/>
                <a:ext cx="274792" cy="215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</p:grpSp>
        <p:grpSp>
          <p:nvGrpSpPr>
            <p:cNvPr id="550" name="Group 549">
              <a:extLst>
                <a:ext uri="{FF2B5EF4-FFF2-40B4-BE49-F238E27FC236}">
                  <a16:creationId xmlns:a16="http://schemas.microsoft.com/office/drawing/2014/main" id="{995A3C48-FA56-75AA-4346-4EE9F26D3A6A}"/>
                </a:ext>
              </a:extLst>
            </p:cNvPr>
            <p:cNvGrpSpPr/>
            <p:nvPr/>
          </p:nvGrpSpPr>
          <p:grpSpPr>
            <a:xfrm>
              <a:off x="3451721" y="5338858"/>
              <a:ext cx="1763731" cy="2434685"/>
              <a:chOff x="1549821" y="5372519"/>
              <a:chExt cx="1763731" cy="2434685"/>
            </a:xfrm>
          </p:grpSpPr>
          <p:grpSp>
            <p:nvGrpSpPr>
              <p:cNvPr id="543" name="Group 542">
                <a:extLst>
                  <a:ext uri="{FF2B5EF4-FFF2-40B4-BE49-F238E27FC236}">
                    <a16:creationId xmlns:a16="http://schemas.microsoft.com/office/drawing/2014/main" id="{F40F6106-8ECA-0BBE-0BD7-75BED53ED85B}"/>
                  </a:ext>
                </a:extLst>
              </p:cNvPr>
              <p:cNvGrpSpPr/>
              <p:nvPr/>
            </p:nvGrpSpPr>
            <p:grpSpPr>
              <a:xfrm>
                <a:off x="1715240" y="6809797"/>
                <a:ext cx="1443522" cy="997407"/>
                <a:chOff x="3754679" y="5945174"/>
                <a:chExt cx="1443522" cy="997407"/>
              </a:xfrm>
            </p:grpSpPr>
            <p:grpSp>
              <p:nvGrpSpPr>
                <p:cNvPr id="383" name="그룹 58">
                  <a:extLst>
                    <a:ext uri="{FF2B5EF4-FFF2-40B4-BE49-F238E27FC236}">
                      <a16:creationId xmlns:a16="http://schemas.microsoft.com/office/drawing/2014/main" id="{533D56BE-68D0-442E-632B-A21FD5A645D0}"/>
                    </a:ext>
                  </a:extLst>
                </p:cNvPr>
                <p:cNvGrpSpPr/>
                <p:nvPr/>
              </p:nvGrpSpPr>
              <p:grpSpPr>
                <a:xfrm>
                  <a:off x="3777224" y="6334594"/>
                  <a:ext cx="1350016" cy="607987"/>
                  <a:chOff x="2339478" y="2684579"/>
                  <a:chExt cx="1929870" cy="825258"/>
                </a:xfrm>
              </p:grpSpPr>
              <p:sp>
                <p:nvSpPr>
                  <p:cNvPr id="518" name="원통형 59">
                    <a:extLst>
                      <a:ext uri="{FF2B5EF4-FFF2-40B4-BE49-F238E27FC236}">
                        <a16:creationId xmlns:a16="http://schemas.microsoft.com/office/drawing/2014/main" id="{B8D6913E-9E37-1A49-2563-04905A8F109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8832" y="2793842"/>
                    <a:ext cx="263741" cy="422449"/>
                  </a:xfrm>
                  <a:prstGeom prst="can">
                    <a:avLst>
                      <a:gd name="adj" fmla="val 41519"/>
                    </a:avLst>
                  </a:prstGeom>
                  <a:solidFill>
                    <a:srgbClr val="FF8B8B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/>
                  </a:p>
                </p:txBody>
              </p:sp>
              <p:cxnSp>
                <p:nvCxnSpPr>
                  <p:cNvPr id="519" name="직선 연결선 60">
                    <a:extLst>
                      <a:ext uri="{FF2B5EF4-FFF2-40B4-BE49-F238E27FC236}">
                        <a16:creationId xmlns:a16="http://schemas.microsoft.com/office/drawing/2014/main" id="{8CDE61EB-0386-FC15-B56C-4830A3F7BC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65048" y="3006693"/>
                    <a:ext cx="0" cy="20017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0" name="직선 연결선 61">
                    <a:extLst>
                      <a:ext uri="{FF2B5EF4-FFF2-40B4-BE49-F238E27FC236}">
                        <a16:creationId xmlns:a16="http://schemas.microsoft.com/office/drawing/2014/main" id="{6FAE62CA-3CB8-C1FB-3233-A66546CCBE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39019" y="3209164"/>
                    <a:ext cx="25205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1" name="직선 연결선 62">
                    <a:extLst>
                      <a:ext uri="{FF2B5EF4-FFF2-40B4-BE49-F238E27FC236}">
                        <a16:creationId xmlns:a16="http://schemas.microsoft.com/office/drawing/2014/main" id="{88CD7DED-B7FB-5634-2699-D2EFEF48CD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65046" y="3262007"/>
                    <a:ext cx="0" cy="2039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22" name="자유형: 도형 63">
                    <a:extLst>
                      <a:ext uri="{FF2B5EF4-FFF2-40B4-BE49-F238E27FC236}">
                        <a16:creationId xmlns:a16="http://schemas.microsoft.com/office/drawing/2014/main" id="{9AC40E13-DC6D-1EED-D045-23D645AA658C}"/>
                      </a:ext>
                    </a:extLst>
                  </p:cNvPr>
                  <p:cNvSpPr/>
                  <p:nvPr/>
                </p:nvSpPr>
                <p:spPr>
                  <a:xfrm>
                    <a:off x="2710579" y="2930833"/>
                    <a:ext cx="1510083" cy="147124"/>
                  </a:xfrm>
                  <a:custGeom>
                    <a:avLst/>
                    <a:gdLst>
                      <a:gd name="connsiteX0" fmla="*/ 0 w 1540668"/>
                      <a:gd name="connsiteY0" fmla="*/ 90488 h 188119"/>
                      <a:gd name="connsiteX1" fmla="*/ 230981 w 1540668"/>
                      <a:gd name="connsiteY1" fmla="*/ 90488 h 188119"/>
                      <a:gd name="connsiteX2" fmla="*/ 261937 w 1540668"/>
                      <a:gd name="connsiteY2" fmla="*/ 0 h 188119"/>
                      <a:gd name="connsiteX3" fmla="*/ 328612 w 1540668"/>
                      <a:gd name="connsiteY3" fmla="*/ 183356 h 188119"/>
                      <a:gd name="connsiteX4" fmla="*/ 388143 w 1540668"/>
                      <a:gd name="connsiteY4" fmla="*/ 7144 h 188119"/>
                      <a:gd name="connsiteX5" fmla="*/ 457200 w 1540668"/>
                      <a:gd name="connsiteY5" fmla="*/ 185738 h 188119"/>
                      <a:gd name="connsiteX6" fmla="*/ 514350 w 1540668"/>
                      <a:gd name="connsiteY6" fmla="*/ 9525 h 188119"/>
                      <a:gd name="connsiteX7" fmla="*/ 585787 w 1540668"/>
                      <a:gd name="connsiteY7" fmla="*/ 185738 h 188119"/>
                      <a:gd name="connsiteX8" fmla="*/ 619125 w 1540668"/>
                      <a:gd name="connsiteY8" fmla="*/ 95250 h 188119"/>
                      <a:gd name="connsiteX9" fmla="*/ 912018 w 1540668"/>
                      <a:gd name="connsiteY9" fmla="*/ 95250 h 188119"/>
                      <a:gd name="connsiteX10" fmla="*/ 940593 w 1540668"/>
                      <a:gd name="connsiteY10" fmla="*/ 4763 h 188119"/>
                      <a:gd name="connsiteX11" fmla="*/ 1009650 w 1540668"/>
                      <a:gd name="connsiteY11" fmla="*/ 188119 h 188119"/>
                      <a:gd name="connsiteX12" fmla="*/ 1071562 w 1540668"/>
                      <a:gd name="connsiteY12" fmla="*/ 2381 h 188119"/>
                      <a:gd name="connsiteX13" fmla="*/ 1138237 w 1540668"/>
                      <a:gd name="connsiteY13" fmla="*/ 183356 h 188119"/>
                      <a:gd name="connsiteX14" fmla="*/ 1193006 w 1540668"/>
                      <a:gd name="connsiteY14" fmla="*/ 11906 h 188119"/>
                      <a:gd name="connsiteX15" fmla="*/ 1269206 w 1540668"/>
                      <a:gd name="connsiteY15" fmla="*/ 188119 h 188119"/>
                      <a:gd name="connsiteX16" fmla="*/ 1302543 w 1540668"/>
                      <a:gd name="connsiteY16" fmla="*/ 100013 h 188119"/>
                      <a:gd name="connsiteX17" fmla="*/ 1540668 w 1540668"/>
                      <a:gd name="connsiteY17" fmla="*/ 100013 h 1881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540668" h="188119">
                        <a:moveTo>
                          <a:pt x="0" y="90488"/>
                        </a:moveTo>
                        <a:lnTo>
                          <a:pt x="230981" y="90488"/>
                        </a:lnTo>
                        <a:lnTo>
                          <a:pt x="261937" y="0"/>
                        </a:lnTo>
                        <a:lnTo>
                          <a:pt x="328612" y="183356"/>
                        </a:lnTo>
                        <a:lnTo>
                          <a:pt x="388143" y="7144"/>
                        </a:lnTo>
                        <a:lnTo>
                          <a:pt x="457200" y="185738"/>
                        </a:lnTo>
                        <a:lnTo>
                          <a:pt x="514350" y="9525"/>
                        </a:lnTo>
                        <a:lnTo>
                          <a:pt x="585787" y="185738"/>
                        </a:lnTo>
                        <a:lnTo>
                          <a:pt x="619125" y="95250"/>
                        </a:lnTo>
                        <a:lnTo>
                          <a:pt x="912018" y="95250"/>
                        </a:lnTo>
                        <a:lnTo>
                          <a:pt x="940593" y="4763"/>
                        </a:lnTo>
                        <a:lnTo>
                          <a:pt x="1009650" y="188119"/>
                        </a:lnTo>
                        <a:lnTo>
                          <a:pt x="1071562" y="2381"/>
                        </a:lnTo>
                        <a:lnTo>
                          <a:pt x="1138237" y="183356"/>
                        </a:lnTo>
                        <a:lnTo>
                          <a:pt x="1193006" y="11906"/>
                        </a:lnTo>
                        <a:lnTo>
                          <a:pt x="1269206" y="188119"/>
                        </a:lnTo>
                        <a:lnTo>
                          <a:pt x="1302543" y="100013"/>
                        </a:lnTo>
                        <a:lnTo>
                          <a:pt x="1540668" y="10001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/>
                  </a:p>
                </p:txBody>
              </p:sp>
              <p:cxnSp>
                <p:nvCxnSpPr>
                  <p:cNvPr id="523" name="직선 연결선 64">
                    <a:extLst>
                      <a:ext uri="{FF2B5EF4-FFF2-40B4-BE49-F238E27FC236}">
                        <a16:creationId xmlns:a16="http://schemas.microsoft.com/office/drawing/2014/main" id="{E657A860-FD49-B1C1-E117-01F9EF91A8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39019" y="3262007"/>
                    <a:ext cx="25205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24" name="TextBox 523">
                    <a:extLst>
                      <a:ext uri="{FF2B5EF4-FFF2-40B4-BE49-F238E27FC236}">
                        <a16:creationId xmlns:a16="http://schemas.microsoft.com/office/drawing/2014/main" id="{3E487DFC-CF62-CF86-8AAF-D767BA5C2702}"/>
                      </a:ext>
                    </a:extLst>
                  </p:cNvPr>
                  <p:cNvSpPr txBox="1"/>
                  <p:nvPr/>
                </p:nvSpPr>
                <p:spPr>
                  <a:xfrm>
                    <a:off x="2913350" y="2684579"/>
                    <a:ext cx="398419" cy="30563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</a:t>
                    </a:r>
                    <a:r>
                      <a:rPr lang="en-US" altLang="ko-KR" sz="800" i="1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</a:t>
                    </a:r>
                    <a:endParaRPr lang="ko-KR" altLang="en-US" sz="800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5" name="TextBox 524">
                    <a:extLst>
                      <a:ext uri="{FF2B5EF4-FFF2-40B4-BE49-F238E27FC236}">
                        <a16:creationId xmlns:a16="http://schemas.microsoft.com/office/drawing/2014/main" id="{8E3755A2-7E13-CF6E-C993-B3B0C3ED01FB}"/>
                      </a:ext>
                    </a:extLst>
                  </p:cNvPr>
                  <p:cNvSpPr txBox="1"/>
                  <p:nvPr/>
                </p:nvSpPr>
                <p:spPr>
                  <a:xfrm>
                    <a:off x="3593427" y="2694607"/>
                    <a:ext cx="398419" cy="30563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</a:t>
                    </a:r>
                    <a:r>
                      <a:rPr lang="en-US" altLang="ko-KR" sz="8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</a:t>
                    </a:r>
                    <a:endParaRPr lang="ko-KR" altLang="en-US" sz="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6" name="TextBox 525">
                    <a:extLst>
                      <a:ext uri="{FF2B5EF4-FFF2-40B4-BE49-F238E27FC236}">
                        <a16:creationId xmlns:a16="http://schemas.microsoft.com/office/drawing/2014/main" id="{2AAD447C-FF4B-2921-214C-97B325A8E55B}"/>
                      </a:ext>
                    </a:extLst>
                  </p:cNvPr>
                  <p:cNvSpPr txBox="1"/>
                  <p:nvPr/>
                </p:nvSpPr>
                <p:spPr>
                  <a:xfrm>
                    <a:off x="3012693" y="3110349"/>
                    <a:ext cx="359759" cy="30563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endParaRPr lang="ko-KR" altLang="en-US" sz="800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527" name="그룹 68">
                    <a:extLst>
                      <a:ext uri="{FF2B5EF4-FFF2-40B4-BE49-F238E27FC236}">
                        <a16:creationId xmlns:a16="http://schemas.microsoft.com/office/drawing/2014/main" id="{D357B975-2F24-2F5F-D5AE-B321D684EFDE}"/>
                      </a:ext>
                    </a:extLst>
                  </p:cNvPr>
                  <p:cNvGrpSpPr/>
                  <p:nvPr/>
                </p:nvGrpSpPr>
                <p:grpSpPr>
                  <a:xfrm>
                    <a:off x="4222819" y="2951986"/>
                    <a:ext cx="46529" cy="119305"/>
                    <a:chOff x="2154767" y="4574497"/>
                    <a:chExt cx="995230" cy="2551915"/>
                  </a:xfrm>
                </p:grpSpPr>
                <p:cxnSp>
                  <p:nvCxnSpPr>
                    <p:cNvPr id="532" name="직선 연결선 73">
                      <a:extLst>
                        <a:ext uri="{FF2B5EF4-FFF2-40B4-BE49-F238E27FC236}">
                          <a16:creationId xmlns:a16="http://schemas.microsoft.com/office/drawing/2014/main" id="{C14FC057-9921-5054-5073-7E670FBB938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154767" y="4574497"/>
                      <a:ext cx="0" cy="2551915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33" name="직선 연결선 74">
                      <a:extLst>
                        <a:ext uri="{FF2B5EF4-FFF2-40B4-BE49-F238E27FC236}">
                          <a16:creationId xmlns:a16="http://schemas.microsoft.com/office/drawing/2014/main" id="{CD935235-7B56-E4B6-91BB-3612E4E5BF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652382" y="4808612"/>
                      <a:ext cx="0" cy="208366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34" name="직선 연결선 75">
                      <a:extLst>
                        <a:ext uri="{FF2B5EF4-FFF2-40B4-BE49-F238E27FC236}">
                          <a16:creationId xmlns:a16="http://schemas.microsoft.com/office/drawing/2014/main" id="{B57CDE5F-A8A6-AAA8-2098-47B4374FF40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49997" y="5329538"/>
                      <a:ext cx="0" cy="104183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528" name="그룹 69">
                    <a:extLst>
                      <a:ext uri="{FF2B5EF4-FFF2-40B4-BE49-F238E27FC236}">
                        <a16:creationId xmlns:a16="http://schemas.microsoft.com/office/drawing/2014/main" id="{52AD9816-56AC-BE94-3B2E-CD7B8EACD17D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3437372" y="3426920"/>
                    <a:ext cx="46529" cy="119306"/>
                    <a:chOff x="2154767" y="4574497"/>
                    <a:chExt cx="995230" cy="2551915"/>
                  </a:xfrm>
                </p:grpSpPr>
                <p:cxnSp>
                  <p:nvCxnSpPr>
                    <p:cNvPr id="529" name="직선 연결선 70">
                      <a:extLst>
                        <a:ext uri="{FF2B5EF4-FFF2-40B4-BE49-F238E27FC236}">
                          <a16:creationId xmlns:a16="http://schemas.microsoft.com/office/drawing/2014/main" id="{D49347CA-763E-5580-3C7E-9DD1B5EB154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154767" y="4574497"/>
                      <a:ext cx="0" cy="2551915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30" name="직선 연결선 71">
                      <a:extLst>
                        <a:ext uri="{FF2B5EF4-FFF2-40B4-BE49-F238E27FC236}">
                          <a16:creationId xmlns:a16="http://schemas.microsoft.com/office/drawing/2014/main" id="{BB97D98F-9A8D-EF54-6F47-B1B6586E5A3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652382" y="4808612"/>
                      <a:ext cx="0" cy="208366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31" name="직선 연결선 72">
                      <a:extLst>
                        <a:ext uri="{FF2B5EF4-FFF2-40B4-BE49-F238E27FC236}">
                          <a16:creationId xmlns:a16="http://schemas.microsoft.com/office/drawing/2014/main" id="{40CFD0F8-11F4-AF23-905C-6B8B12A5C9E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49997" y="5329538"/>
                      <a:ext cx="0" cy="104183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</p:grp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F8594385-BC7F-E79B-CB64-F27AA70ABEAA}"/>
                    </a:ext>
                  </a:extLst>
                </p:cNvPr>
                <p:cNvSpPr txBox="1"/>
                <p:nvPr/>
              </p:nvSpPr>
              <p:spPr>
                <a:xfrm>
                  <a:off x="3754679" y="5945174"/>
                  <a:ext cx="1443522" cy="195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9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en-US" altLang="ko-KR" sz="9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b,c</a:t>
                  </a:r>
                  <a:r>
                    <a:rPr lang="en-US" altLang="ko-KR" sz="9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). </a:t>
                  </a:r>
                  <a:r>
                    <a:rPr lang="en-US" altLang="ko-KR" sz="9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Windkessel</a:t>
                  </a:r>
                  <a:r>
                    <a:rPr lang="en-US" altLang="ko-KR" sz="9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RCR</a:t>
                  </a:r>
                  <a:endParaRPr lang="ko-KR" altLang="en-US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A4239D80-7ED1-9E1F-3A6A-083FECAFDEBC}"/>
                  </a:ext>
                </a:extLst>
              </p:cNvPr>
              <p:cNvGrpSpPr/>
              <p:nvPr/>
            </p:nvGrpSpPr>
            <p:grpSpPr>
              <a:xfrm>
                <a:off x="1549821" y="5372519"/>
                <a:ext cx="1763731" cy="1323629"/>
                <a:chOff x="1549821" y="5372519"/>
                <a:chExt cx="1763731" cy="1323629"/>
              </a:xfrm>
            </p:grpSpPr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8DC4EE4E-069A-5B24-2B5D-944CD68A42C4}"/>
                    </a:ext>
                  </a:extLst>
                </p:cNvPr>
                <p:cNvSpPr txBox="1"/>
                <p:nvPr/>
              </p:nvSpPr>
              <p:spPr>
                <a:xfrm>
                  <a:off x="1549821" y="5372519"/>
                  <a:ext cx="1763731" cy="1970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9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(a). Flow-rate inlet waveform</a:t>
                  </a:r>
                  <a:endParaRPr lang="ko-KR" altLang="en-US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8F76B8B-C74B-E26D-AB36-FE8792A68544}"/>
                    </a:ext>
                  </a:extLst>
                </p:cNvPr>
                <p:cNvSpPr txBox="1"/>
                <p:nvPr/>
              </p:nvSpPr>
              <p:spPr>
                <a:xfrm>
                  <a:off x="2278576" y="6523771"/>
                  <a:ext cx="587539" cy="1723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7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Time (s)</a:t>
                  </a:r>
                  <a:endParaRPr lang="ko-KR" altLang="en-US" sz="7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01D75192-AA90-E349-9CEB-565334766831}"/>
                    </a:ext>
                  </a:extLst>
                </p:cNvPr>
                <p:cNvSpPr txBox="1"/>
                <p:nvPr/>
              </p:nvSpPr>
              <p:spPr>
                <a:xfrm rot="16200000">
                  <a:off x="1285877" y="5957739"/>
                  <a:ext cx="889015" cy="205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7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Flow-rate (cc/s)</a:t>
                  </a:r>
                  <a:endParaRPr lang="ko-KR" altLang="en-US" sz="7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aphicFrame>
              <p:nvGraphicFramePr>
                <p:cNvPr id="517" name="Chart 4">
                  <a:extLst>
                    <a:ext uri="{FF2B5EF4-FFF2-40B4-BE49-F238E27FC236}">
                      <a16:creationId xmlns:a16="http://schemas.microsoft.com/office/drawing/2014/main" id="{72AAB8B7-257E-BBEB-C821-45DFD591CCD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419759790"/>
                    </p:ext>
                  </p:extLst>
                </p:nvPr>
              </p:nvGraphicFramePr>
              <p:xfrm>
                <a:off x="1732319" y="5582660"/>
                <a:ext cx="1489058" cy="1060408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2"/>
                </a:graphicData>
              </a:graphic>
            </p:graphicFrame>
          </p:grpSp>
        </p:grp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33696EBB-435D-DE70-E68B-0A5837B08986}"/>
                </a:ext>
              </a:extLst>
            </p:cNvPr>
            <p:cNvSpPr txBox="1"/>
            <p:nvPr/>
          </p:nvSpPr>
          <p:spPr>
            <a:xfrm>
              <a:off x="1296574" y="5012649"/>
              <a:ext cx="188300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(B) Subject specific AAA</a:t>
              </a:r>
              <a:endPara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311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903F7-179B-3085-A1A7-ABFCE7CF5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Group 662">
            <a:extLst>
              <a:ext uri="{FF2B5EF4-FFF2-40B4-BE49-F238E27FC236}">
                <a16:creationId xmlns:a16="http://schemas.microsoft.com/office/drawing/2014/main" id="{3BBFCD71-F23A-C928-7678-984CBF23F6F4}"/>
              </a:ext>
            </a:extLst>
          </p:cNvPr>
          <p:cNvGrpSpPr/>
          <p:nvPr/>
        </p:nvGrpSpPr>
        <p:grpSpPr>
          <a:xfrm>
            <a:off x="924418" y="529871"/>
            <a:ext cx="4732613" cy="3101154"/>
            <a:chOff x="945373" y="4343681"/>
            <a:chExt cx="4732613" cy="3101154"/>
          </a:xfrm>
        </p:grpSpPr>
        <p:cxnSp>
          <p:nvCxnSpPr>
            <p:cNvPr id="6" name="직선 연결선 16">
              <a:extLst>
                <a:ext uri="{FF2B5EF4-FFF2-40B4-BE49-F238E27FC236}">
                  <a16:creationId xmlns:a16="http://schemas.microsoft.com/office/drawing/2014/main" id="{35532187-2072-D6E0-FD43-80105DD7C2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8682" y="4953000"/>
              <a:ext cx="1080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17">
              <a:extLst>
                <a:ext uri="{FF2B5EF4-FFF2-40B4-BE49-F238E27FC236}">
                  <a16:creationId xmlns:a16="http://schemas.microsoft.com/office/drawing/2014/main" id="{07734738-6A27-5FF9-CB10-31D53AB9D4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8682" y="4983220"/>
              <a:ext cx="1080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자유형: 도형 18">
              <a:extLst>
                <a:ext uri="{FF2B5EF4-FFF2-40B4-BE49-F238E27FC236}">
                  <a16:creationId xmlns:a16="http://schemas.microsoft.com/office/drawing/2014/main" id="{A69A9B4D-75C0-8BFB-4D2D-4321FF86146E}"/>
                </a:ext>
              </a:extLst>
            </p:cNvPr>
            <p:cNvSpPr/>
            <p:nvPr/>
          </p:nvSpPr>
          <p:spPr>
            <a:xfrm>
              <a:off x="3889048" y="4686498"/>
              <a:ext cx="321301" cy="98955"/>
            </a:xfrm>
            <a:custGeom>
              <a:avLst/>
              <a:gdLst>
                <a:gd name="connsiteX0" fmla="*/ 0 w 749300"/>
                <a:gd name="connsiteY0" fmla="*/ 88900 h 193675"/>
                <a:gd name="connsiteX1" fmla="*/ 215900 w 749300"/>
                <a:gd name="connsiteY1" fmla="*/ 88900 h 193675"/>
                <a:gd name="connsiteX2" fmla="*/ 244475 w 749300"/>
                <a:gd name="connsiteY2" fmla="*/ 0 h 193675"/>
                <a:gd name="connsiteX3" fmla="*/ 314325 w 749300"/>
                <a:gd name="connsiteY3" fmla="*/ 180975 h 193675"/>
                <a:gd name="connsiteX4" fmla="*/ 374650 w 749300"/>
                <a:gd name="connsiteY4" fmla="*/ 12700 h 193675"/>
                <a:gd name="connsiteX5" fmla="*/ 438150 w 749300"/>
                <a:gd name="connsiteY5" fmla="*/ 193675 h 193675"/>
                <a:gd name="connsiteX6" fmla="*/ 495300 w 749300"/>
                <a:gd name="connsiteY6" fmla="*/ 12700 h 193675"/>
                <a:gd name="connsiteX7" fmla="*/ 565150 w 749300"/>
                <a:gd name="connsiteY7" fmla="*/ 184150 h 193675"/>
                <a:gd name="connsiteX8" fmla="*/ 600075 w 749300"/>
                <a:gd name="connsiteY8" fmla="*/ 98425 h 193675"/>
                <a:gd name="connsiteX9" fmla="*/ 749300 w 749300"/>
                <a:gd name="connsiteY9" fmla="*/ 98425 h 19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9300" h="193675">
                  <a:moveTo>
                    <a:pt x="0" y="88900"/>
                  </a:moveTo>
                  <a:lnTo>
                    <a:pt x="215900" y="88900"/>
                  </a:lnTo>
                  <a:lnTo>
                    <a:pt x="244475" y="0"/>
                  </a:lnTo>
                  <a:lnTo>
                    <a:pt x="314325" y="180975"/>
                  </a:lnTo>
                  <a:lnTo>
                    <a:pt x="374650" y="12700"/>
                  </a:lnTo>
                  <a:lnTo>
                    <a:pt x="438150" y="193675"/>
                  </a:lnTo>
                  <a:lnTo>
                    <a:pt x="495300" y="12700"/>
                  </a:lnTo>
                  <a:lnTo>
                    <a:pt x="565150" y="184150"/>
                  </a:lnTo>
                  <a:lnTo>
                    <a:pt x="600075" y="98425"/>
                  </a:lnTo>
                  <a:lnTo>
                    <a:pt x="749300" y="9842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9" name="그룹 19">
              <a:extLst>
                <a:ext uri="{FF2B5EF4-FFF2-40B4-BE49-F238E27FC236}">
                  <a16:creationId xmlns:a16="http://schemas.microsoft.com/office/drawing/2014/main" id="{45CD8DBD-A125-1369-5542-B6DDBBB0AB81}"/>
                </a:ext>
              </a:extLst>
            </p:cNvPr>
            <p:cNvGrpSpPr/>
            <p:nvPr/>
          </p:nvGrpSpPr>
          <p:grpSpPr>
            <a:xfrm>
              <a:off x="4208827" y="4687768"/>
              <a:ext cx="135532" cy="127117"/>
              <a:chOff x="2878931" y="4723745"/>
              <a:chExt cx="316071" cy="222282"/>
            </a:xfrm>
          </p:grpSpPr>
          <p:sp>
            <p:nvSpPr>
              <p:cNvPr id="44" name="타원 51">
                <a:extLst>
                  <a:ext uri="{FF2B5EF4-FFF2-40B4-BE49-F238E27FC236}">
                    <a16:creationId xmlns:a16="http://schemas.microsoft.com/office/drawing/2014/main" id="{645FD83E-48AC-66F9-F0EC-D4E0A878C634}"/>
                  </a:ext>
                </a:extLst>
              </p:cNvPr>
              <p:cNvSpPr/>
              <p:nvPr/>
            </p:nvSpPr>
            <p:spPr>
              <a:xfrm>
                <a:off x="2946400" y="4762795"/>
                <a:ext cx="45719" cy="1441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45" name="원호 52">
                <a:extLst>
                  <a:ext uri="{FF2B5EF4-FFF2-40B4-BE49-F238E27FC236}">
                    <a16:creationId xmlns:a16="http://schemas.microsoft.com/office/drawing/2014/main" id="{A61A1A90-7135-B752-47AA-740218E0607C}"/>
                  </a:ext>
                </a:extLst>
              </p:cNvPr>
              <p:cNvSpPr/>
              <p:nvPr/>
            </p:nvSpPr>
            <p:spPr>
              <a:xfrm>
                <a:off x="2878931" y="4723745"/>
                <a:ext cx="113188" cy="222282"/>
              </a:xfrm>
              <a:prstGeom prst="arc">
                <a:avLst>
                  <a:gd name="adj1" fmla="val 12027854"/>
                  <a:gd name="adj2" fmla="val 19459898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46" name="원호 53">
                <a:extLst>
                  <a:ext uri="{FF2B5EF4-FFF2-40B4-BE49-F238E27FC236}">
                    <a16:creationId xmlns:a16="http://schemas.microsoft.com/office/drawing/2014/main" id="{9F524BA7-7662-BA7A-F84A-0FAE78FB0B96}"/>
                  </a:ext>
                </a:extLst>
              </p:cNvPr>
              <p:cNvSpPr/>
              <p:nvPr/>
            </p:nvSpPr>
            <p:spPr>
              <a:xfrm>
                <a:off x="2946400" y="4723745"/>
                <a:ext cx="113188" cy="222282"/>
              </a:xfrm>
              <a:prstGeom prst="arc">
                <a:avLst>
                  <a:gd name="adj1" fmla="val 13153575"/>
                  <a:gd name="adj2" fmla="val 2065521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47" name="타원 54">
                <a:extLst>
                  <a:ext uri="{FF2B5EF4-FFF2-40B4-BE49-F238E27FC236}">
                    <a16:creationId xmlns:a16="http://schemas.microsoft.com/office/drawing/2014/main" id="{FA6C06D7-1C1C-8E6B-D00E-848807A46829}"/>
                  </a:ext>
                </a:extLst>
              </p:cNvPr>
              <p:cNvSpPr/>
              <p:nvPr/>
            </p:nvSpPr>
            <p:spPr>
              <a:xfrm>
                <a:off x="3013869" y="4762795"/>
                <a:ext cx="45719" cy="1441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48" name="원호 55">
                <a:extLst>
                  <a:ext uri="{FF2B5EF4-FFF2-40B4-BE49-F238E27FC236}">
                    <a16:creationId xmlns:a16="http://schemas.microsoft.com/office/drawing/2014/main" id="{14AF4EB3-4AB1-6AF6-61D0-79BDDCE8F4EE}"/>
                  </a:ext>
                </a:extLst>
              </p:cNvPr>
              <p:cNvSpPr/>
              <p:nvPr/>
            </p:nvSpPr>
            <p:spPr>
              <a:xfrm>
                <a:off x="3013869" y="4723745"/>
                <a:ext cx="113188" cy="222282"/>
              </a:xfrm>
              <a:prstGeom prst="arc">
                <a:avLst>
                  <a:gd name="adj1" fmla="val 13153575"/>
                  <a:gd name="adj2" fmla="val 2065521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49" name="타원 56">
                <a:extLst>
                  <a:ext uri="{FF2B5EF4-FFF2-40B4-BE49-F238E27FC236}">
                    <a16:creationId xmlns:a16="http://schemas.microsoft.com/office/drawing/2014/main" id="{AAA8DA04-2137-CAB5-011B-94FD5BA93468}"/>
                  </a:ext>
                </a:extLst>
              </p:cNvPr>
              <p:cNvSpPr/>
              <p:nvPr/>
            </p:nvSpPr>
            <p:spPr>
              <a:xfrm>
                <a:off x="3081338" y="4762795"/>
                <a:ext cx="45719" cy="1441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50" name="원호 57">
                <a:extLst>
                  <a:ext uri="{FF2B5EF4-FFF2-40B4-BE49-F238E27FC236}">
                    <a16:creationId xmlns:a16="http://schemas.microsoft.com/office/drawing/2014/main" id="{27467725-3BEA-D422-AD21-D02739D1B8C5}"/>
                  </a:ext>
                </a:extLst>
              </p:cNvPr>
              <p:cNvSpPr/>
              <p:nvPr/>
            </p:nvSpPr>
            <p:spPr>
              <a:xfrm>
                <a:off x="3081814" y="4723745"/>
                <a:ext cx="113188" cy="222282"/>
              </a:xfrm>
              <a:prstGeom prst="arc">
                <a:avLst>
                  <a:gd name="adj1" fmla="val 13237051"/>
                  <a:gd name="adj2" fmla="val 20162402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</p:grpSp>
        <p:sp>
          <p:nvSpPr>
            <p:cNvPr id="10" name="자유형: 도형 20">
              <a:extLst>
                <a:ext uri="{FF2B5EF4-FFF2-40B4-BE49-F238E27FC236}">
                  <a16:creationId xmlns:a16="http://schemas.microsoft.com/office/drawing/2014/main" id="{012C6AA5-9E10-0F23-D57A-249AE4862AA7}"/>
                </a:ext>
              </a:extLst>
            </p:cNvPr>
            <p:cNvSpPr/>
            <p:nvPr/>
          </p:nvSpPr>
          <p:spPr>
            <a:xfrm>
              <a:off x="4586296" y="4691399"/>
              <a:ext cx="321301" cy="98955"/>
            </a:xfrm>
            <a:custGeom>
              <a:avLst/>
              <a:gdLst>
                <a:gd name="connsiteX0" fmla="*/ 0 w 749300"/>
                <a:gd name="connsiteY0" fmla="*/ 88900 h 193675"/>
                <a:gd name="connsiteX1" fmla="*/ 215900 w 749300"/>
                <a:gd name="connsiteY1" fmla="*/ 88900 h 193675"/>
                <a:gd name="connsiteX2" fmla="*/ 244475 w 749300"/>
                <a:gd name="connsiteY2" fmla="*/ 0 h 193675"/>
                <a:gd name="connsiteX3" fmla="*/ 314325 w 749300"/>
                <a:gd name="connsiteY3" fmla="*/ 180975 h 193675"/>
                <a:gd name="connsiteX4" fmla="*/ 374650 w 749300"/>
                <a:gd name="connsiteY4" fmla="*/ 12700 h 193675"/>
                <a:gd name="connsiteX5" fmla="*/ 438150 w 749300"/>
                <a:gd name="connsiteY5" fmla="*/ 193675 h 193675"/>
                <a:gd name="connsiteX6" fmla="*/ 495300 w 749300"/>
                <a:gd name="connsiteY6" fmla="*/ 12700 h 193675"/>
                <a:gd name="connsiteX7" fmla="*/ 565150 w 749300"/>
                <a:gd name="connsiteY7" fmla="*/ 184150 h 193675"/>
                <a:gd name="connsiteX8" fmla="*/ 600075 w 749300"/>
                <a:gd name="connsiteY8" fmla="*/ 98425 h 193675"/>
                <a:gd name="connsiteX9" fmla="*/ 749300 w 749300"/>
                <a:gd name="connsiteY9" fmla="*/ 98425 h 19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9300" h="193675">
                  <a:moveTo>
                    <a:pt x="0" y="88900"/>
                  </a:moveTo>
                  <a:lnTo>
                    <a:pt x="215900" y="88900"/>
                  </a:lnTo>
                  <a:lnTo>
                    <a:pt x="244475" y="0"/>
                  </a:lnTo>
                  <a:lnTo>
                    <a:pt x="314325" y="180975"/>
                  </a:lnTo>
                  <a:lnTo>
                    <a:pt x="374650" y="12700"/>
                  </a:lnTo>
                  <a:lnTo>
                    <a:pt x="438150" y="193675"/>
                  </a:lnTo>
                  <a:lnTo>
                    <a:pt x="495300" y="12700"/>
                  </a:lnTo>
                  <a:lnTo>
                    <a:pt x="565150" y="184150"/>
                  </a:lnTo>
                  <a:lnTo>
                    <a:pt x="600075" y="98425"/>
                  </a:lnTo>
                  <a:lnTo>
                    <a:pt x="749300" y="9842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cxnSp>
          <p:nvCxnSpPr>
            <p:cNvPr id="11" name="직선 연결선 21">
              <a:extLst>
                <a:ext uri="{FF2B5EF4-FFF2-40B4-BE49-F238E27FC236}">
                  <a16:creationId xmlns:a16="http://schemas.microsoft.com/office/drawing/2014/main" id="{F4E16675-F4F0-08A3-56F7-EDF5CFC1CE3B}"/>
                </a:ext>
              </a:extLst>
            </p:cNvPr>
            <p:cNvCxnSpPr>
              <a:cxnSpLocks/>
            </p:cNvCxnSpPr>
            <p:nvPr/>
          </p:nvCxnSpPr>
          <p:spPr>
            <a:xfrm>
              <a:off x="4343199" y="4735542"/>
              <a:ext cx="242976" cy="22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그룹 22">
              <a:extLst>
                <a:ext uri="{FF2B5EF4-FFF2-40B4-BE49-F238E27FC236}">
                  <a16:creationId xmlns:a16="http://schemas.microsoft.com/office/drawing/2014/main" id="{8E351EF0-98F0-D7B0-B542-3C7298D1E540}"/>
                </a:ext>
              </a:extLst>
            </p:cNvPr>
            <p:cNvGrpSpPr/>
            <p:nvPr/>
          </p:nvGrpSpPr>
          <p:grpSpPr>
            <a:xfrm>
              <a:off x="4904874" y="4691399"/>
              <a:ext cx="135532" cy="127117"/>
              <a:chOff x="2878931" y="4723745"/>
              <a:chExt cx="316071" cy="222282"/>
            </a:xfrm>
          </p:grpSpPr>
          <p:sp>
            <p:nvSpPr>
              <p:cNvPr id="36" name="타원 44">
                <a:extLst>
                  <a:ext uri="{FF2B5EF4-FFF2-40B4-BE49-F238E27FC236}">
                    <a16:creationId xmlns:a16="http://schemas.microsoft.com/office/drawing/2014/main" id="{BED8AC91-5062-E5F5-4045-C330E4A9CACA}"/>
                  </a:ext>
                </a:extLst>
              </p:cNvPr>
              <p:cNvSpPr/>
              <p:nvPr/>
            </p:nvSpPr>
            <p:spPr>
              <a:xfrm>
                <a:off x="2946400" y="4762795"/>
                <a:ext cx="45719" cy="1441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38" name="원호 45">
                <a:extLst>
                  <a:ext uri="{FF2B5EF4-FFF2-40B4-BE49-F238E27FC236}">
                    <a16:creationId xmlns:a16="http://schemas.microsoft.com/office/drawing/2014/main" id="{F457490F-7DAC-66F6-75A4-1BA3C5A06B6B}"/>
                  </a:ext>
                </a:extLst>
              </p:cNvPr>
              <p:cNvSpPr/>
              <p:nvPr/>
            </p:nvSpPr>
            <p:spPr>
              <a:xfrm>
                <a:off x="2878931" y="4723745"/>
                <a:ext cx="113188" cy="222282"/>
              </a:xfrm>
              <a:prstGeom prst="arc">
                <a:avLst>
                  <a:gd name="adj1" fmla="val 12027854"/>
                  <a:gd name="adj2" fmla="val 19459898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39" name="원호 46">
                <a:extLst>
                  <a:ext uri="{FF2B5EF4-FFF2-40B4-BE49-F238E27FC236}">
                    <a16:creationId xmlns:a16="http://schemas.microsoft.com/office/drawing/2014/main" id="{F3C419E6-7D93-A116-98BE-DB28732330D2}"/>
                  </a:ext>
                </a:extLst>
              </p:cNvPr>
              <p:cNvSpPr/>
              <p:nvPr/>
            </p:nvSpPr>
            <p:spPr>
              <a:xfrm>
                <a:off x="2946400" y="4723745"/>
                <a:ext cx="113188" cy="222282"/>
              </a:xfrm>
              <a:prstGeom prst="arc">
                <a:avLst>
                  <a:gd name="adj1" fmla="val 13153575"/>
                  <a:gd name="adj2" fmla="val 2065521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40" name="타원 47">
                <a:extLst>
                  <a:ext uri="{FF2B5EF4-FFF2-40B4-BE49-F238E27FC236}">
                    <a16:creationId xmlns:a16="http://schemas.microsoft.com/office/drawing/2014/main" id="{07F2B56D-8DC1-A8C9-4FC3-D81AAE9DBB81}"/>
                  </a:ext>
                </a:extLst>
              </p:cNvPr>
              <p:cNvSpPr/>
              <p:nvPr/>
            </p:nvSpPr>
            <p:spPr>
              <a:xfrm>
                <a:off x="3013869" y="4762795"/>
                <a:ext cx="45719" cy="1441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41" name="원호 48">
                <a:extLst>
                  <a:ext uri="{FF2B5EF4-FFF2-40B4-BE49-F238E27FC236}">
                    <a16:creationId xmlns:a16="http://schemas.microsoft.com/office/drawing/2014/main" id="{8833EAB3-DEB7-8FE6-1731-326CA2E768AE}"/>
                  </a:ext>
                </a:extLst>
              </p:cNvPr>
              <p:cNvSpPr/>
              <p:nvPr/>
            </p:nvSpPr>
            <p:spPr>
              <a:xfrm>
                <a:off x="3013869" y="4723745"/>
                <a:ext cx="113188" cy="222282"/>
              </a:xfrm>
              <a:prstGeom prst="arc">
                <a:avLst>
                  <a:gd name="adj1" fmla="val 13153575"/>
                  <a:gd name="adj2" fmla="val 2065521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42" name="타원 49">
                <a:extLst>
                  <a:ext uri="{FF2B5EF4-FFF2-40B4-BE49-F238E27FC236}">
                    <a16:creationId xmlns:a16="http://schemas.microsoft.com/office/drawing/2014/main" id="{EFA002EF-B459-806F-9BD8-582CBD8EA221}"/>
                  </a:ext>
                </a:extLst>
              </p:cNvPr>
              <p:cNvSpPr/>
              <p:nvPr/>
            </p:nvSpPr>
            <p:spPr>
              <a:xfrm>
                <a:off x="3081338" y="4762795"/>
                <a:ext cx="45719" cy="1441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  <p:sp>
            <p:nvSpPr>
              <p:cNvPr id="43" name="원호 50">
                <a:extLst>
                  <a:ext uri="{FF2B5EF4-FFF2-40B4-BE49-F238E27FC236}">
                    <a16:creationId xmlns:a16="http://schemas.microsoft.com/office/drawing/2014/main" id="{F046A4CD-BDBE-9E6A-869B-5D17FABB4B5F}"/>
                  </a:ext>
                </a:extLst>
              </p:cNvPr>
              <p:cNvSpPr/>
              <p:nvPr/>
            </p:nvSpPr>
            <p:spPr>
              <a:xfrm>
                <a:off x="3081814" y="4723745"/>
                <a:ext cx="113188" cy="222282"/>
              </a:xfrm>
              <a:prstGeom prst="arc">
                <a:avLst>
                  <a:gd name="adj1" fmla="val 13237051"/>
                  <a:gd name="adj2" fmla="val 20162402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800"/>
              </a:p>
            </p:txBody>
          </p:sp>
        </p:grpSp>
        <p:cxnSp>
          <p:nvCxnSpPr>
            <p:cNvPr id="13" name="직선 연결선 23">
              <a:extLst>
                <a:ext uri="{FF2B5EF4-FFF2-40B4-BE49-F238E27FC236}">
                  <a16:creationId xmlns:a16="http://schemas.microsoft.com/office/drawing/2014/main" id="{66E69DF2-6FA5-8C35-266F-53645CD03F8B}"/>
                </a:ext>
              </a:extLst>
            </p:cNvPr>
            <p:cNvCxnSpPr>
              <a:cxnSpLocks/>
            </p:cNvCxnSpPr>
            <p:nvPr/>
          </p:nvCxnSpPr>
          <p:spPr>
            <a:xfrm>
              <a:off x="3742686" y="4732205"/>
              <a:ext cx="14447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24">
              <a:extLst>
                <a:ext uri="{FF2B5EF4-FFF2-40B4-BE49-F238E27FC236}">
                  <a16:creationId xmlns:a16="http://schemas.microsoft.com/office/drawing/2014/main" id="{6A3AF7DB-F7C4-FB54-5DAB-CDC40B5499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9048" y="4691399"/>
              <a:ext cx="0" cy="908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25">
              <a:extLst>
                <a:ext uri="{FF2B5EF4-FFF2-40B4-BE49-F238E27FC236}">
                  <a16:creationId xmlns:a16="http://schemas.microsoft.com/office/drawing/2014/main" id="{671E6C40-1ED2-6388-50BF-F0CDFC6012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3832" y="4732205"/>
              <a:ext cx="0" cy="2189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이등변 삼각형 26">
              <a:extLst>
                <a:ext uri="{FF2B5EF4-FFF2-40B4-BE49-F238E27FC236}">
                  <a16:creationId xmlns:a16="http://schemas.microsoft.com/office/drawing/2014/main" id="{BDD048A6-6AE8-DC19-884D-0A02660DA754}"/>
                </a:ext>
              </a:extLst>
            </p:cNvPr>
            <p:cNvSpPr/>
            <p:nvPr/>
          </p:nvSpPr>
          <p:spPr>
            <a:xfrm rot="5400000">
              <a:off x="3812130" y="4702392"/>
              <a:ext cx="100034" cy="5962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cxnSp>
          <p:nvCxnSpPr>
            <p:cNvPr id="17" name="직선 연결선 27">
              <a:extLst>
                <a:ext uri="{FF2B5EF4-FFF2-40B4-BE49-F238E27FC236}">
                  <a16:creationId xmlns:a16="http://schemas.microsoft.com/office/drawing/2014/main" id="{CCE22274-8168-DBC6-BB50-7E3EC21817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2724" y="4734021"/>
              <a:ext cx="0" cy="2189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28">
              <a:extLst>
                <a:ext uri="{FF2B5EF4-FFF2-40B4-BE49-F238E27FC236}">
                  <a16:creationId xmlns:a16="http://schemas.microsoft.com/office/drawing/2014/main" id="{C9900594-AF54-CFA2-798B-16916F4B4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2724" y="4983220"/>
              <a:ext cx="0" cy="1913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원통형 29">
              <a:extLst>
                <a:ext uri="{FF2B5EF4-FFF2-40B4-BE49-F238E27FC236}">
                  <a16:creationId xmlns:a16="http://schemas.microsoft.com/office/drawing/2014/main" id="{33E92896-560E-54F0-C130-0A0C1B3CFF15}"/>
                </a:ext>
              </a:extLst>
            </p:cNvPr>
            <p:cNvSpPr/>
            <p:nvPr/>
          </p:nvSpPr>
          <p:spPr>
            <a:xfrm rot="16200000">
              <a:off x="5096029" y="4623905"/>
              <a:ext cx="180346" cy="216600"/>
            </a:xfrm>
            <a:prstGeom prst="can">
              <a:avLst>
                <a:gd name="adj" fmla="val 41519"/>
              </a:avLst>
            </a:prstGeom>
            <a:solidFill>
              <a:srgbClr val="FF8B8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cxnSp>
          <p:nvCxnSpPr>
            <p:cNvPr id="20" name="직선 연결선 30">
              <a:extLst>
                <a:ext uri="{FF2B5EF4-FFF2-40B4-BE49-F238E27FC236}">
                  <a16:creationId xmlns:a16="http://schemas.microsoft.com/office/drawing/2014/main" id="{572DE0F7-B4FC-3E21-A2A6-DB3830099BF9}"/>
                </a:ext>
              </a:extLst>
            </p:cNvPr>
            <p:cNvCxnSpPr>
              <a:cxnSpLocks/>
            </p:cNvCxnSpPr>
            <p:nvPr/>
          </p:nvCxnSpPr>
          <p:spPr>
            <a:xfrm>
              <a:off x="5036760" y="4738837"/>
              <a:ext cx="6195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31">
              <a:extLst>
                <a:ext uri="{FF2B5EF4-FFF2-40B4-BE49-F238E27FC236}">
                  <a16:creationId xmlns:a16="http://schemas.microsoft.com/office/drawing/2014/main" id="{447C4674-BF59-DFA5-7C31-39ACB2DFEC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3929" y="4691400"/>
              <a:ext cx="0" cy="908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32">
              <a:extLst>
                <a:ext uri="{FF2B5EF4-FFF2-40B4-BE49-F238E27FC236}">
                  <a16:creationId xmlns:a16="http://schemas.microsoft.com/office/drawing/2014/main" id="{5F877495-6A10-6244-02AC-20C6E7848FA5}"/>
                </a:ext>
              </a:extLst>
            </p:cNvPr>
            <p:cNvSpPr/>
            <p:nvPr/>
          </p:nvSpPr>
          <p:spPr>
            <a:xfrm rot="5400000">
              <a:off x="4507011" y="4702392"/>
              <a:ext cx="100034" cy="5962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cxnSp>
          <p:nvCxnSpPr>
            <p:cNvPr id="23" name="직선 화살표 연결선 33">
              <a:extLst>
                <a:ext uri="{FF2B5EF4-FFF2-40B4-BE49-F238E27FC236}">
                  <a16:creationId xmlns:a16="http://schemas.microsoft.com/office/drawing/2014/main" id="{1F408A1D-ACCD-A2FB-0ECC-90EC58BBEA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8682" y="4893217"/>
              <a:ext cx="112325" cy="1498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21A948-1C95-A0BB-2CA3-8E7AE4E93B06}"/>
                </a:ext>
              </a:extLst>
            </p:cNvPr>
            <p:cNvSpPr txBox="1"/>
            <p:nvPr/>
          </p:nvSpPr>
          <p:spPr>
            <a:xfrm>
              <a:off x="3736435" y="4942687"/>
              <a:ext cx="451713" cy="183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= </a:t>
              </a:r>
              <a:r>
                <a:rPr lang="en-US" altLang="ko-KR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L/min</a:t>
              </a:r>
              <a:endPara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34A88C3-EA0A-AA73-231A-AAA98416FF86}"/>
                </a:ext>
              </a:extLst>
            </p:cNvPr>
            <p:cNvSpPr txBox="1"/>
            <p:nvPr/>
          </p:nvSpPr>
          <p:spPr>
            <a:xfrm>
              <a:off x="3927757" y="4493750"/>
              <a:ext cx="255286" cy="2050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MV</a:t>
              </a:r>
              <a:endPara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693FAE8-89C7-A4B9-0D7F-9AE3ABE2E22B}"/>
                </a:ext>
              </a:extLst>
            </p:cNvPr>
            <p:cNvSpPr txBox="1"/>
            <p:nvPr/>
          </p:nvSpPr>
          <p:spPr>
            <a:xfrm>
              <a:off x="4145940" y="4493751"/>
              <a:ext cx="251854" cy="2050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ko-KR" sz="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MV</a:t>
              </a:r>
              <a:endParaRPr lang="ko-KR" altLang="en-US" sz="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51D42B0-CD54-4A3C-9295-061938DCFBD7}"/>
                </a:ext>
              </a:extLst>
            </p:cNvPr>
            <p:cNvSpPr txBox="1"/>
            <p:nvPr/>
          </p:nvSpPr>
          <p:spPr>
            <a:xfrm>
              <a:off x="4618621" y="4493751"/>
              <a:ext cx="247279" cy="2050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AV</a:t>
              </a:r>
              <a:endParaRPr lang="ko-KR" altLang="en-US" sz="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6B32C47-B057-43C2-CE75-B997CDC10F61}"/>
                </a:ext>
              </a:extLst>
            </p:cNvPr>
            <p:cNvSpPr txBox="1"/>
            <p:nvPr/>
          </p:nvSpPr>
          <p:spPr>
            <a:xfrm>
              <a:off x="4836804" y="4493751"/>
              <a:ext cx="243848" cy="2050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ko-KR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</a:t>
              </a:r>
              <a:endPara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A226DD5-F056-AFF4-E03A-7632498ED3F7}"/>
                </a:ext>
              </a:extLst>
            </p:cNvPr>
            <p:cNvSpPr txBox="1"/>
            <p:nvPr/>
          </p:nvSpPr>
          <p:spPr>
            <a:xfrm>
              <a:off x="4471353" y="4876091"/>
              <a:ext cx="314760" cy="2050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sz="8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LV </a:t>
              </a:r>
              <a:r>
                <a:rPr lang="en-US" altLang="ko-KR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ko-KR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ko-KR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" name="그룹 40">
              <a:extLst>
                <a:ext uri="{FF2B5EF4-FFF2-40B4-BE49-F238E27FC236}">
                  <a16:creationId xmlns:a16="http://schemas.microsoft.com/office/drawing/2014/main" id="{5D2D31BB-C884-BEB6-04A3-CFA31AEE570C}"/>
                </a:ext>
              </a:extLst>
            </p:cNvPr>
            <p:cNvGrpSpPr/>
            <p:nvPr/>
          </p:nvGrpSpPr>
          <p:grpSpPr>
            <a:xfrm rot="5400000">
              <a:off x="4418193" y="5158455"/>
              <a:ext cx="31816" cy="61171"/>
              <a:chOff x="2154767" y="4574497"/>
              <a:chExt cx="995230" cy="2551915"/>
            </a:xfrm>
          </p:grpSpPr>
          <p:cxnSp>
            <p:nvCxnSpPr>
              <p:cNvPr id="33" name="직선 연결선 41">
                <a:extLst>
                  <a:ext uri="{FF2B5EF4-FFF2-40B4-BE49-F238E27FC236}">
                    <a16:creationId xmlns:a16="http://schemas.microsoft.com/office/drawing/2014/main" id="{E1DE15B1-BA49-7DBF-DF7B-D5C1EDA2BA9F}"/>
                  </a:ext>
                </a:extLst>
              </p:cNvPr>
              <p:cNvCxnSpPr/>
              <p:nvPr/>
            </p:nvCxnSpPr>
            <p:spPr>
              <a:xfrm>
                <a:off x="2154767" y="4574497"/>
                <a:ext cx="0" cy="25519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4" name="직선 연결선 42">
                <a:extLst>
                  <a:ext uri="{FF2B5EF4-FFF2-40B4-BE49-F238E27FC236}">
                    <a16:creationId xmlns:a16="http://schemas.microsoft.com/office/drawing/2014/main" id="{ACDB0133-BE62-E804-A83A-B538B8519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2382" y="4808612"/>
                <a:ext cx="0" cy="20836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5" name="직선 연결선 43">
                <a:extLst>
                  <a:ext uri="{FF2B5EF4-FFF2-40B4-BE49-F238E27FC236}">
                    <a16:creationId xmlns:a16="http://schemas.microsoft.com/office/drawing/2014/main" id="{9C39380E-47AE-DD7D-9F03-860FC56B9B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9997" y="5329538"/>
                <a:ext cx="0" cy="10418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533FA27-3B4E-3487-BC76-5D1A01AE02E7}"/>
                </a:ext>
              </a:extLst>
            </p:cNvPr>
            <p:cNvSpPr txBox="1"/>
            <p:nvPr/>
          </p:nvSpPr>
          <p:spPr>
            <a:xfrm>
              <a:off x="3612458" y="4346416"/>
              <a:ext cx="16771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(a). Heart boundary model</a:t>
              </a:r>
              <a:endParaRPr lang="ko-KR" altLang="en-US" sz="9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8874EB7A-4B96-F6D8-8760-DB20F58CE953}"/>
                </a:ext>
              </a:extLst>
            </p:cNvPr>
            <p:cNvGrpSpPr/>
            <p:nvPr/>
          </p:nvGrpSpPr>
          <p:grpSpPr>
            <a:xfrm>
              <a:off x="3653666" y="5379221"/>
              <a:ext cx="1588637" cy="833717"/>
              <a:chOff x="1962878" y="2654811"/>
              <a:chExt cx="1919979" cy="880711"/>
            </a:xfrm>
          </p:grpSpPr>
          <p:grpSp>
            <p:nvGrpSpPr>
              <p:cNvPr id="473" name="그룹 58">
                <a:extLst>
                  <a:ext uri="{FF2B5EF4-FFF2-40B4-BE49-F238E27FC236}">
                    <a16:creationId xmlns:a16="http://schemas.microsoft.com/office/drawing/2014/main" id="{7875122D-62B3-40BE-6643-F00F351E0E56}"/>
                  </a:ext>
                </a:extLst>
              </p:cNvPr>
              <p:cNvGrpSpPr/>
              <p:nvPr/>
            </p:nvGrpSpPr>
            <p:grpSpPr>
              <a:xfrm>
                <a:off x="2358220" y="2818682"/>
                <a:ext cx="1524637" cy="716840"/>
                <a:chOff x="2344639" y="2684595"/>
                <a:chExt cx="1924702" cy="825243"/>
              </a:xfrm>
            </p:grpSpPr>
            <p:sp>
              <p:nvSpPr>
                <p:cNvPr id="475" name="원통형 59">
                  <a:extLst>
                    <a:ext uri="{FF2B5EF4-FFF2-40B4-BE49-F238E27FC236}">
                      <a16:creationId xmlns:a16="http://schemas.microsoft.com/office/drawing/2014/main" id="{D232D654-F773-8AB2-BD32-6F8A4BDE36E2}"/>
                    </a:ext>
                  </a:extLst>
                </p:cNvPr>
                <p:cNvSpPr/>
                <p:nvPr/>
              </p:nvSpPr>
              <p:spPr>
                <a:xfrm rot="5400000">
                  <a:off x="2440508" y="2794655"/>
                  <a:ext cx="230710" cy="422448"/>
                </a:xfrm>
                <a:prstGeom prst="can">
                  <a:avLst>
                    <a:gd name="adj" fmla="val 41519"/>
                  </a:avLst>
                </a:prstGeom>
                <a:solidFill>
                  <a:srgbClr val="FF8B8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/>
                </a:p>
              </p:txBody>
            </p:sp>
            <p:cxnSp>
              <p:nvCxnSpPr>
                <p:cNvPr id="476" name="직선 연결선 60">
                  <a:extLst>
                    <a:ext uri="{FF2B5EF4-FFF2-40B4-BE49-F238E27FC236}">
                      <a16:creationId xmlns:a16="http://schemas.microsoft.com/office/drawing/2014/main" id="{313360C2-58A2-D915-A2E5-C7348AF999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65042" y="3006713"/>
                  <a:ext cx="0" cy="20017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7" name="직선 연결선 61">
                  <a:extLst>
                    <a:ext uri="{FF2B5EF4-FFF2-40B4-BE49-F238E27FC236}">
                      <a16:creationId xmlns:a16="http://schemas.microsoft.com/office/drawing/2014/main" id="{A727C6D6-6665-DB84-D09C-62216F0C75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39013" y="3209184"/>
                  <a:ext cx="25205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직선 연결선 62">
                  <a:extLst>
                    <a:ext uri="{FF2B5EF4-FFF2-40B4-BE49-F238E27FC236}">
                      <a16:creationId xmlns:a16="http://schemas.microsoft.com/office/drawing/2014/main" id="{A1D98A05-893C-3372-32EF-34EAEBCDAE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65041" y="3262028"/>
                  <a:ext cx="0" cy="2039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9" name="자유형: 도형 63">
                  <a:extLst>
                    <a:ext uri="{FF2B5EF4-FFF2-40B4-BE49-F238E27FC236}">
                      <a16:creationId xmlns:a16="http://schemas.microsoft.com/office/drawing/2014/main" id="{C2BCCD6E-5772-9D11-3043-ACF05B5F0BD5}"/>
                    </a:ext>
                  </a:extLst>
                </p:cNvPr>
                <p:cNvSpPr/>
                <p:nvPr/>
              </p:nvSpPr>
              <p:spPr>
                <a:xfrm>
                  <a:off x="2710574" y="2930852"/>
                  <a:ext cx="1510080" cy="147126"/>
                </a:xfrm>
                <a:custGeom>
                  <a:avLst/>
                  <a:gdLst>
                    <a:gd name="connsiteX0" fmla="*/ 0 w 1540668"/>
                    <a:gd name="connsiteY0" fmla="*/ 90488 h 188119"/>
                    <a:gd name="connsiteX1" fmla="*/ 230981 w 1540668"/>
                    <a:gd name="connsiteY1" fmla="*/ 90488 h 188119"/>
                    <a:gd name="connsiteX2" fmla="*/ 261937 w 1540668"/>
                    <a:gd name="connsiteY2" fmla="*/ 0 h 188119"/>
                    <a:gd name="connsiteX3" fmla="*/ 328612 w 1540668"/>
                    <a:gd name="connsiteY3" fmla="*/ 183356 h 188119"/>
                    <a:gd name="connsiteX4" fmla="*/ 388143 w 1540668"/>
                    <a:gd name="connsiteY4" fmla="*/ 7144 h 188119"/>
                    <a:gd name="connsiteX5" fmla="*/ 457200 w 1540668"/>
                    <a:gd name="connsiteY5" fmla="*/ 185738 h 188119"/>
                    <a:gd name="connsiteX6" fmla="*/ 514350 w 1540668"/>
                    <a:gd name="connsiteY6" fmla="*/ 9525 h 188119"/>
                    <a:gd name="connsiteX7" fmla="*/ 585787 w 1540668"/>
                    <a:gd name="connsiteY7" fmla="*/ 185738 h 188119"/>
                    <a:gd name="connsiteX8" fmla="*/ 619125 w 1540668"/>
                    <a:gd name="connsiteY8" fmla="*/ 95250 h 188119"/>
                    <a:gd name="connsiteX9" fmla="*/ 912018 w 1540668"/>
                    <a:gd name="connsiteY9" fmla="*/ 95250 h 188119"/>
                    <a:gd name="connsiteX10" fmla="*/ 940593 w 1540668"/>
                    <a:gd name="connsiteY10" fmla="*/ 4763 h 188119"/>
                    <a:gd name="connsiteX11" fmla="*/ 1009650 w 1540668"/>
                    <a:gd name="connsiteY11" fmla="*/ 188119 h 188119"/>
                    <a:gd name="connsiteX12" fmla="*/ 1071562 w 1540668"/>
                    <a:gd name="connsiteY12" fmla="*/ 2381 h 188119"/>
                    <a:gd name="connsiteX13" fmla="*/ 1138237 w 1540668"/>
                    <a:gd name="connsiteY13" fmla="*/ 183356 h 188119"/>
                    <a:gd name="connsiteX14" fmla="*/ 1193006 w 1540668"/>
                    <a:gd name="connsiteY14" fmla="*/ 11906 h 188119"/>
                    <a:gd name="connsiteX15" fmla="*/ 1269206 w 1540668"/>
                    <a:gd name="connsiteY15" fmla="*/ 188119 h 188119"/>
                    <a:gd name="connsiteX16" fmla="*/ 1302543 w 1540668"/>
                    <a:gd name="connsiteY16" fmla="*/ 100013 h 188119"/>
                    <a:gd name="connsiteX17" fmla="*/ 1540668 w 1540668"/>
                    <a:gd name="connsiteY17" fmla="*/ 100013 h 188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540668" h="188119">
                      <a:moveTo>
                        <a:pt x="0" y="90488"/>
                      </a:moveTo>
                      <a:lnTo>
                        <a:pt x="230981" y="90488"/>
                      </a:lnTo>
                      <a:lnTo>
                        <a:pt x="261937" y="0"/>
                      </a:lnTo>
                      <a:lnTo>
                        <a:pt x="328612" y="183356"/>
                      </a:lnTo>
                      <a:lnTo>
                        <a:pt x="388143" y="7144"/>
                      </a:lnTo>
                      <a:lnTo>
                        <a:pt x="457200" y="185738"/>
                      </a:lnTo>
                      <a:lnTo>
                        <a:pt x="514350" y="9525"/>
                      </a:lnTo>
                      <a:lnTo>
                        <a:pt x="585787" y="185738"/>
                      </a:lnTo>
                      <a:lnTo>
                        <a:pt x="619125" y="95250"/>
                      </a:lnTo>
                      <a:lnTo>
                        <a:pt x="912018" y="95250"/>
                      </a:lnTo>
                      <a:lnTo>
                        <a:pt x="940593" y="4763"/>
                      </a:lnTo>
                      <a:lnTo>
                        <a:pt x="1009650" y="188119"/>
                      </a:lnTo>
                      <a:lnTo>
                        <a:pt x="1071562" y="2381"/>
                      </a:lnTo>
                      <a:lnTo>
                        <a:pt x="1138237" y="183356"/>
                      </a:lnTo>
                      <a:lnTo>
                        <a:pt x="1193006" y="11906"/>
                      </a:lnTo>
                      <a:lnTo>
                        <a:pt x="1269206" y="188119"/>
                      </a:lnTo>
                      <a:lnTo>
                        <a:pt x="1302543" y="100013"/>
                      </a:lnTo>
                      <a:lnTo>
                        <a:pt x="1540668" y="10001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/>
                </a:p>
              </p:txBody>
            </p:sp>
            <p:cxnSp>
              <p:nvCxnSpPr>
                <p:cNvPr id="480" name="직선 연결선 64">
                  <a:extLst>
                    <a:ext uri="{FF2B5EF4-FFF2-40B4-BE49-F238E27FC236}">
                      <a16:creationId xmlns:a16="http://schemas.microsoft.com/office/drawing/2014/main" id="{59E319B7-ABFB-89A7-F3AE-DAC4CBF6A5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39013" y="3262028"/>
                  <a:ext cx="25205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40574AC4-A037-D132-E078-9F25E04859E2}"/>
                    </a:ext>
                  </a:extLst>
                </p:cNvPr>
                <p:cNvSpPr txBox="1"/>
                <p:nvPr/>
              </p:nvSpPr>
              <p:spPr>
                <a:xfrm>
                  <a:off x="2913346" y="2684595"/>
                  <a:ext cx="398418" cy="3056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altLang="ko-KR" sz="800" i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  <a:endParaRPr lang="ko-KR" altLang="en-US" sz="800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85A1103A-03C1-ACCF-47E1-28223137281F}"/>
                    </a:ext>
                  </a:extLst>
                </p:cNvPr>
                <p:cNvSpPr txBox="1"/>
                <p:nvPr/>
              </p:nvSpPr>
              <p:spPr>
                <a:xfrm>
                  <a:off x="3593421" y="2694625"/>
                  <a:ext cx="398418" cy="3056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altLang="ko-KR" sz="8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endParaRPr lang="ko-KR" alt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CC6EF78C-C3FD-45A7-287A-258D7C88B7ED}"/>
                    </a:ext>
                  </a:extLst>
                </p:cNvPr>
                <p:cNvSpPr txBox="1"/>
                <p:nvPr/>
              </p:nvSpPr>
              <p:spPr>
                <a:xfrm>
                  <a:off x="3012688" y="3110369"/>
                  <a:ext cx="359759" cy="3056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endParaRPr lang="ko-KR" altLang="en-US" sz="800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84" name="그룹 68">
                  <a:extLst>
                    <a:ext uri="{FF2B5EF4-FFF2-40B4-BE49-F238E27FC236}">
                      <a16:creationId xmlns:a16="http://schemas.microsoft.com/office/drawing/2014/main" id="{5AD4C237-381C-37D4-FA96-F0DA05163B8E}"/>
                    </a:ext>
                  </a:extLst>
                </p:cNvPr>
                <p:cNvGrpSpPr/>
                <p:nvPr/>
              </p:nvGrpSpPr>
              <p:grpSpPr>
                <a:xfrm>
                  <a:off x="4222812" y="2952004"/>
                  <a:ext cx="46529" cy="119306"/>
                  <a:chOff x="2154767" y="4574497"/>
                  <a:chExt cx="995230" cy="2551915"/>
                </a:xfrm>
              </p:grpSpPr>
              <p:cxnSp>
                <p:nvCxnSpPr>
                  <p:cNvPr id="489" name="직선 연결선 73">
                    <a:extLst>
                      <a:ext uri="{FF2B5EF4-FFF2-40B4-BE49-F238E27FC236}">
                        <a16:creationId xmlns:a16="http://schemas.microsoft.com/office/drawing/2014/main" id="{6B5F0D53-ECDB-D61D-ECE0-C5ABFA24C565}"/>
                      </a:ext>
                    </a:extLst>
                  </p:cNvPr>
                  <p:cNvCxnSpPr/>
                  <p:nvPr/>
                </p:nvCxnSpPr>
                <p:spPr>
                  <a:xfrm>
                    <a:off x="2154767" y="4574497"/>
                    <a:ext cx="0" cy="255191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0" name="직선 연결선 74">
                    <a:extLst>
                      <a:ext uri="{FF2B5EF4-FFF2-40B4-BE49-F238E27FC236}">
                        <a16:creationId xmlns:a16="http://schemas.microsoft.com/office/drawing/2014/main" id="{FA239604-504E-03F6-054E-82BF4FC5D6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52382" y="4808612"/>
                    <a:ext cx="0" cy="208366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1" name="직선 연결선 75">
                    <a:extLst>
                      <a:ext uri="{FF2B5EF4-FFF2-40B4-BE49-F238E27FC236}">
                        <a16:creationId xmlns:a16="http://schemas.microsoft.com/office/drawing/2014/main" id="{43932A3A-253D-132F-CA52-AE01B39B98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49997" y="5329538"/>
                    <a:ext cx="0" cy="104183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485" name="그룹 69">
                  <a:extLst>
                    <a:ext uri="{FF2B5EF4-FFF2-40B4-BE49-F238E27FC236}">
                      <a16:creationId xmlns:a16="http://schemas.microsoft.com/office/drawing/2014/main" id="{30B9C762-1E7D-298B-14FA-9CD0A188794B}"/>
                    </a:ext>
                  </a:extLst>
                </p:cNvPr>
                <p:cNvGrpSpPr/>
                <p:nvPr/>
              </p:nvGrpSpPr>
              <p:grpSpPr>
                <a:xfrm rot="5400000">
                  <a:off x="3437372" y="3426921"/>
                  <a:ext cx="46529" cy="119306"/>
                  <a:chOff x="2154767" y="4574497"/>
                  <a:chExt cx="995230" cy="2551915"/>
                </a:xfrm>
              </p:grpSpPr>
              <p:cxnSp>
                <p:nvCxnSpPr>
                  <p:cNvPr id="486" name="직선 연결선 70">
                    <a:extLst>
                      <a:ext uri="{FF2B5EF4-FFF2-40B4-BE49-F238E27FC236}">
                        <a16:creationId xmlns:a16="http://schemas.microsoft.com/office/drawing/2014/main" id="{C9570333-7B50-CBFD-8B61-099A03EA4B3C}"/>
                      </a:ext>
                    </a:extLst>
                  </p:cNvPr>
                  <p:cNvCxnSpPr/>
                  <p:nvPr/>
                </p:nvCxnSpPr>
                <p:spPr>
                  <a:xfrm>
                    <a:off x="2154767" y="4574497"/>
                    <a:ext cx="0" cy="255191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7" name="직선 연결선 71">
                    <a:extLst>
                      <a:ext uri="{FF2B5EF4-FFF2-40B4-BE49-F238E27FC236}">
                        <a16:creationId xmlns:a16="http://schemas.microsoft.com/office/drawing/2014/main" id="{E71B5BD4-C8B3-A3D7-5A63-156EF0CE13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52382" y="4808612"/>
                    <a:ext cx="0" cy="208366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8" name="직선 연결선 72">
                    <a:extLst>
                      <a:ext uri="{FF2B5EF4-FFF2-40B4-BE49-F238E27FC236}">
                        <a16:creationId xmlns:a16="http://schemas.microsoft.com/office/drawing/2014/main" id="{8470C7EE-0463-7B02-8994-7ADC6C8B91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49997" y="5329538"/>
                    <a:ext cx="0" cy="104183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9EFB3447-EA8C-918D-7CB5-B67AFCD890CE}"/>
                  </a:ext>
                </a:extLst>
              </p:cNvPr>
              <p:cNvSpPr txBox="1"/>
              <p:nvPr/>
            </p:nvSpPr>
            <p:spPr>
              <a:xfrm>
                <a:off x="1962878" y="2654811"/>
                <a:ext cx="163461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(b). </a:t>
                </a:r>
                <a:r>
                  <a:rPr lang="en-US" altLang="ko-KR" sz="9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Windkessel</a:t>
                </a:r>
                <a:r>
                  <a:rPr lang="en-US" altLang="ko-KR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RCR</a:t>
                </a:r>
                <a:endParaRPr lang="ko-KR" altLang="en-US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AE8520B-18DE-8FC9-906F-F224F3BE27D6}"/>
                </a:ext>
              </a:extLst>
            </p:cNvPr>
            <p:cNvGrpSpPr/>
            <p:nvPr/>
          </p:nvGrpSpPr>
          <p:grpSpPr>
            <a:xfrm>
              <a:off x="1071957" y="6636431"/>
              <a:ext cx="2671875" cy="808404"/>
              <a:chOff x="1463789" y="7033290"/>
              <a:chExt cx="3459369" cy="1041515"/>
            </a:xfrm>
          </p:grpSpPr>
          <p:pic>
            <p:nvPicPr>
              <p:cNvPr id="25" name="Picture 55">
                <a:extLst>
                  <a:ext uri="{FF2B5EF4-FFF2-40B4-BE49-F238E27FC236}">
                    <a16:creationId xmlns:a16="http://schemas.microsoft.com/office/drawing/2014/main" id="{D9411A2A-31C8-0DE0-4FFB-2762F7CBF8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8963" y="7046059"/>
                <a:ext cx="871742" cy="6614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Dot"/>
              </a:ln>
            </p:spPr>
          </p:pic>
          <p:pic>
            <p:nvPicPr>
              <p:cNvPr id="37" name="Picture 53">
                <a:extLst>
                  <a:ext uri="{FF2B5EF4-FFF2-40B4-BE49-F238E27FC236}">
                    <a16:creationId xmlns:a16="http://schemas.microsoft.com/office/drawing/2014/main" id="{D2E442BE-182F-E56C-A6C8-B79E70AB4A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8993" y="7039922"/>
                <a:ext cx="840573" cy="67254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sysDash"/>
              </a:ln>
            </p:spPr>
          </p:pic>
          <p:pic>
            <p:nvPicPr>
              <p:cNvPr id="492" name="Picture 58">
                <a:extLst>
                  <a:ext uri="{FF2B5EF4-FFF2-40B4-BE49-F238E27FC236}">
                    <a16:creationId xmlns:a16="http://schemas.microsoft.com/office/drawing/2014/main" id="{902610FA-B48C-362A-7277-32E52453C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1630" y="7033290"/>
                <a:ext cx="877763" cy="679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</p:pic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181FF083-952F-83E6-8D52-AB9DB55BA5C8}"/>
                  </a:ext>
                </a:extLst>
              </p:cNvPr>
              <p:cNvSpPr txBox="1"/>
              <p:nvPr/>
            </p:nvSpPr>
            <p:spPr>
              <a:xfrm>
                <a:off x="2355871" y="7711468"/>
                <a:ext cx="1639585" cy="330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dirty="0">
                    <a:latin typeface="Arial" panose="020B0604020202020204" pitchFamily="34" charset="0"/>
                    <a:cs typeface="Arial" panose="020B0604020202020204" pitchFamily="34" charset="0"/>
                  </a:rPr>
                  <a:t>Mid-LAD stenosis</a:t>
                </a:r>
              </a:p>
              <a:p>
                <a:pPr algn="ctr"/>
                <a:r>
                  <a:rPr lang="en-US" sz="600" dirty="0">
                    <a:latin typeface="Arial" panose="020B0604020202020204" pitchFamily="34" charset="0"/>
                    <a:cs typeface="Arial" panose="020B0604020202020204" pitchFamily="34" charset="0"/>
                  </a:rPr>
                  <a:t>(DOS 69%)</a:t>
                </a:r>
              </a:p>
            </p:txBody>
          </p:sp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C25AB930-05CA-8A3A-DFDE-2C1502DF596B}"/>
                  </a:ext>
                </a:extLst>
              </p:cNvPr>
              <p:cNvSpPr txBox="1"/>
              <p:nvPr/>
            </p:nvSpPr>
            <p:spPr>
              <a:xfrm>
                <a:off x="3542700" y="7711466"/>
                <a:ext cx="1380458" cy="330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dirty="0">
                    <a:latin typeface="Arial" panose="020B0604020202020204" pitchFamily="34" charset="0"/>
                    <a:cs typeface="Arial" panose="020B0604020202020204" pitchFamily="34" charset="0"/>
                  </a:rPr>
                  <a:t>LM stenosis</a:t>
                </a:r>
              </a:p>
              <a:p>
                <a:pPr algn="ctr"/>
                <a:r>
                  <a:rPr lang="en-US" sz="600" dirty="0">
                    <a:latin typeface="Arial" panose="020B0604020202020204" pitchFamily="34" charset="0"/>
                    <a:cs typeface="Arial" panose="020B0604020202020204" pitchFamily="34" charset="0"/>
                  </a:rPr>
                  <a:t>(DOS 68%)</a:t>
                </a:r>
              </a:p>
            </p:txBody>
          </p:sp>
          <p:sp>
            <p:nvSpPr>
              <p:cNvPr id="498" name="TextBox 497">
                <a:extLst>
                  <a:ext uri="{FF2B5EF4-FFF2-40B4-BE49-F238E27FC236}">
                    <a16:creationId xmlns:a16="http://schemas.microsoft.com/office/drawing/2014/main" id="{3253B0AC-A68A-568B-1761-CB52D9A60F61}"/>
                  </a:ext>
                </a:extLst>
              </p:cNvPr>
              <p:cNvSpPr txBox="1"/>
              <p:nvPr/>
            </p:nvSpPr>
            <p:spPr>
              <a:xfrm>
                <a:off x="1463789" y="7717930"/>
                <a:ext cx="1278891" cy="356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dirty="0">
                    <a:latin typeface="Arial" panose="020B0604020202020204" pitchFamily="34" charset="0"/>
                    <a:cs typeface="Arial" panose="020B0604020202020204" pitchFamily="34" charset="0"/>
                  </a:rPr>
                  <a:t>Distal-LAD stenosis</a:t>
                </a:r>
              </a:p>
              <a:p>
                <a:pPr algn="ctr"/>
                <a:r>
                  <a:rPr lang="en-US" sz="600" dirty="0">
                    <a:latin typeface="Arial" panose="020B0604020202020204" pitchFamily="34" charset="0"/>
                    <a:cs typeface="Arial" panose="020B0604020202020204" pitchFamily="34" charset="0"/>
                  </a:rPr>
                  <a:t>(DOS 70%)</a:t>
                </a:r>
              </a:p>
            </p:txBody>
          </p:sp>
        </p:grpSp>
        <p:grpSp>
          <p:nvGrpSpPr>
            <p:cNvPr id="499" name="Group 498">
              <a:extLst>
                <a:ext uri="{FF2B5EF4-FFF2-40B4-BE49-F238E27FC236}">
                  <a16:creationId xmlns:a16="http://schemas.microsoft.com/office/drawing/2014/main" id="{18BF7EB5-97E4-7633-57ED-BC60512AC562}"/>
                </a:ext>
              </a:extLst>
            </p:cNvPr>
            <p:cNvGrpSpPr/>
            <p:nvPr/>
          </p:nvGrpSpPr>
          <p:grpSpPr>
            <a:xfrm>
              <a:off x="945373" y="4343681"/>
              <a:ext cx="2750300" cy="2290363"/>
              <a:chOff x="1742455" y="4906485"/>
              <a:chExt cx="2425343" cy="2132941"/>
            </a:xfrm>
          </p:grpSpPr>
          <p:pic>
            <p:nvPicPr>
              <p:cNvPr id="500" name="Graphic 48">
                <a:extLst>
                  <a:ext uri="{FF2B5EF4-FFF2-40B4-BE49-F238E27FC236}">
                    <a16:creationId xmlns:a16="http://schemas.microsoft.com/office/drawing/2014/main" id="{03F9891D-E18E-C1B0-DC25-BE8000BFE8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28403" t="15768" r="23766" b="9086"/>
              <a:stretch>
                <a:fillRect/>
              </a:stretch>
            </p:blipFill>
            <p:spPr>
              <a:xfrm>
                <a:off x="1990908" y="5021496"/>
                <a:ext cx="2176890" cy="1947637"/>
              </a:xfrm>
              <a:prstGeom prst="rect">
                <a:avLst/>
              </a:prstGeom>
            </p:spPr>
          </p:pic>
          <p:sp>
            <p:nvSpPr>
              <p:cNvPr id="501" name="Rectangle 64">
                <a:extLst>
                  <a:ext uri="{FF2B5EF4-FFF2-40B4-BE49-F238E27FC236}">
                    <a16:creationId xmlns:a16="http://schemas.microsoft.com/office/drawing/2014/main" id="{09470485-E5B0-3518-A8D2-F88470974BF4}"/>
                  </a:ext>
                </a:extLst>
              </p:cNvPr>
              <p:cNvSpPr/>
              <p:nvPr/>
            </p:nvSpPr>
            <p:spPr>
              <a:xfrm>
                <a:off x="3376008" y="5259059"/>
                <a:ext cx="229596" cy="2121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2" name="Rectangle 66">
                <a:extLst>
                  <a:ext uri="{FF2B5EF4-FFF2-40B4-BE49-F238E27FC236}">
                    <a16:creationId xmlns:a16="http://schemas.microsoft.com/office/drawing/2014/main" id="{43B37821-BFC6-08C0-52B9-59E7E84FB9F4}"/>
                  </a:ext>
                </a:extLst>
              </p:cNvPr>
              <p:cNvSpPr/>
              <p:nvPr/>
            </p:nvSpPr>
            <p:spPr>
              <a:xfrm>
                <a:off x="3220373" y="5549206"/>
                <a:ext cx="260629" cy="2457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4" name="Rectangle 67">
                <a:extLst>
                  <a:ext uri="{FF2B5EF4-FFF2-40B4-BE49-F238E27FC236}">
                    <a16:creationId xmlns:a16="http://schemas.microsoft.com/office/drawing/2014/main" id="{4E420335-89A8-0E6B-57E5-42E834C7AFD1}"/>
                  </a:ext>
                </a:extLst>
              </p:cNvPr>
              <p:cNvSpPr/>
              <p:nvPr/>
            </p:nvSpPr>
            <p:spPr>
              <a:xfrm>
                <a:off x="2736683" y="5860978"/>
                <a:ext cx="268839" cy="2346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05" name="직선 화살표 연결선 523">
                <a:extLst>
                  <a:ext uri="{FF2B5EF4-FFF2-40B4-BE49-F238E27FC236}">
                    <a16:creationId xmlns:a16="http://schemas.microsoft.com/office/drawing/2014/main" id="{9A1B806D-CE35-8F19-5966-2ABE4B1C46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95263" y="5454925"/>
                <a:ext cx="69326" cy="31880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6" name="타원 526">
                <a:extLst>
                  <a:ext uri="{FF2B5EF4-FFF2-40B4-BE49-F238E27FC236}">
                    <a16:creationId xmlns:a16="http://schemas.microsoft.com/office/drawing/2014/main" id="{6A212FF7-7551-6926-7D09-C191D530EC16}"/>
                  </a:ext>
                </a:extLst>
              </p:cNvPr>
              <p:cNvSpPr/>
              <p:nvPr/>
            </p:nvSpPr>
            <p:spPr>
              <a:xfrm>
                <a:off x="3200423" y="5012370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7" name="타원 527">
                <a:extLst>
                  <a:ext uri="{FF2B5EF4-FFF2-40B4-BE49-F238E27FC236}">
                    <a16:creationId xmlns:a16="http://schemas.microsoft.com/office/drawing/2014/main" id="{D9AD5DE9-53A3-35A1-5E8F-C58FC730D414}"/>
                  </a:ext>
                </a:extLst>
              </p:cNvPr>
              <p:cNvSpPr/>
              <p:nvPr/>
            </p:nvSpPr>
            <p:spPr>
              <a:xfrm>
                <a:off x="2187909" y="5385191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8" name="타원 528">
                <a:extLst>
                  <a:ext uri="{FF2B5EF4-FFF2-40B4-BE49-F238E27FC236}">
                    <a16:creationId xmlns:a16="http://schemas.microsoft.com/office/drawing/2014/main" id="{DCF42CD0-0556-5E1F-5415-4F15D483D788}"/>
                  </a:ext>
                </a:extLst>
              </p:cNvPr>
              <p:cNvSpPr/>
              <p:nvPr/>
            </p:nvSpPr>
            <p:spPr>
              <a:xfrm>
                <a:off x="2021045" y="5817799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5" name="타원 530">
                <a:extLst>
                  <a:ext uri="{FF2B5EF4-FFF2-40B4-BE49-F238E27FC236}">
                    <a16:creationId xmlns:a16="http://schemas.microsoft.com/office/drawing/2014/main" id="{99653ABD-8B3D-6566-D302-FD084BEA792A}"/>
                  </a:ext>
                </a:extLst>
              </p:cNvPr>
              <p:cNvSpPr/>
              <p:nvPr/>
            </p:nvSpPr>
            <p:spPr>
              <a:xfrm>
                <a:off x="2160228" y="6913330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6" name="타원 531">
                <a:extLst>
                  <a:ext uri="{FF2B5EF4-FFF2-40B4-BE49-F238E27FC236}">
                    <a16:creationId xmlns:a16="http://schemas.microsoft.com/office/drawing/2014/main" id="{A5E0A996-FCB0-CE36-3D4A-AA7C04C2A241}"/>
                  </a:ext>
                </a:extLst>
              </p:cNvPr>
              <p:cNvSpPr/>
              <p:nvPr/>
            </p:nvSpPr>
            <p:spPr>
              <a:xfrm>
                <a:off x="2451659" y="6633563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1" name="타원 532">
                <a:extLst>
                  <a:ext uri="{FF2B5EF4-FFF2-40B4-BE49-F238E27FC236}">
                    <a16:creationId xmlns:a16="http://schemas.microsoft.com/office/drawing/2014/main" id="{020A0E2B-B584-752D-78C0-70A1C25E77EE}"/>
                  </a:ext>
                </a:extLst>
              </p:cNvPr>
              <p:cNvSpPr/>
              <p:nvPr/>
            </p:nvSpPr>
            <p:spPr>
              <a:xfrm>
                <a:off x="2788384" y="6166897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2" name="타원 533">
                <a:extLst>
                  <a:ext uri="{FF2B5EF4-FFF2-40B4-BE49-F238E27FC236}">
                    <a16:creationId xmlns:a16="http://schemas.microsoft.com/office/drawing/2014/main" id="{E857FFDD-E062-9A39-223B-897DAA9459B7}"/>
                  </a:ext>
                </a:extLst>
              </p:cNvPr>
              <p:cNvSpPr/>
              <p:nvPr/>
            </p:nvSpPr>
            <p:spPr>
              <a:xfrm>
                <a:off x="2929113" y="6182810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3" name="타원 534">
                <a:extLst>
                  <a:ext uri="{FF2B5EF4-FFF2-40B4-BE49-F238E27FC236}">
                    <a16:creationId xmlns:a16="http://schemas.microsoft.com/office/drawing/2014/main" id="{1ED0998E-AFA0-27A9-72E7-77915F92151B}"/>
                  </a:ext>
                </a:extLst>
              </p:cNvPr>
              <p:cNvSpPr/>
              <p:nvPr/>
            </p:nvSpPr>
            <p:spPr>
              <a:xfrm>
                <a:off x="3068546" y="6694938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5" name="타원 535">
                <a:extLst>
                  <a:ext uri="{FF2B5EF4-FFF2-40B4-BE49-F238E27FC236}">
                    <a16:creationId xmlns:a16="http://schemas.microsoft.com/office/drawing/2014/main" id="{F6DA6B1C-1E00-C7DC-59A8-A9F370688A3B}"/>
                  </a:ext>
                </a:extLst>
              </p:cNvPr>
              <p:cNvSpPr/>
              <p:nvPr/>
            </p:nvSpPr>
            <p:spPr>
              <a:xfrm>
                <a:off x="3455484" y="6735563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6" name="타원 536">
                <a:extLst>
                  <a:ext uri="{FF2B5EF4-FFF2-40B4-BE49-F238E27FC236}">
                    <a16:creationId xmlns:a16="http://schemas.microsoft.com/office/drawing/2014/main" id="{57426023-FAE5-8739-F898-1822E8334F64}"/>
                  </a:ext>
                </a:extLst>
              </p:cNvPr>
              <p:cNvSpPr/>
              <p:nvPr/>
            </p:nvSpPr>
            <p:spPr>
              <a:xfrm>
                <a:off x="3499174" y="6244803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7" name="타원 537">
                <a:extLst>
                  <a:ext uri="{FF2B5EF4-FFF2-40B4-BE49-F238E27FC236}">
                    <a16:creationId xmlns:a16="http://schemas.microsoft.com/office/drawing/2014/main" id="{7495A20A-8663-D0C1-94AA-0A8D99247286}"/>
                  </a:ext>
                </a:extLst>
              </p:cNvPr>
              <p:cNvSpPr/>
              <p:nvPr/>
            </p:nvSpPr>
            <p:spPr>
              <a:xfrm>
                <a:off x="3477711" y="5735852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8" name="TextBox 557">
                <a:extLst>
                  <a:ext uri="{FF2B5EF4-FFF2-40B4-BE49-F238E27FC236}">
                    <a16:creationId xmlns:a16="http://schemas.microsoft.com/office/drawing/2014/main" id="{297FD03E-4B64-0063-68A7-FEA7038C939E}"/>
                  </a:ext>
                </a:extLst>
              </p:cNvPr>
              <p:cNvSpPr txBox="1"/>
              <p:nvPr/>
            </p:nvSpPr>
            <p:spPr>
              <a:xfrm>
                <a:off x="2827256" y="5489585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B2BA250D-75C8-E52A-8DDA-C9D52E8616A0}"/>
                  </a:ext>
                </a:extLst>
              </p:cNvPr>
              <p:cNvSpPr txBox="1"/>
              <p:nvPr/>
            </p:nvSpPr>
            <p:spPr>
              <a:xfrm>
                <a:off x="3214158" y="4906485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560" name="TextBox 559">
                <a:extLst>
                  <a:ext uri="{FF2B5EF4-FFF2-40B4-BE49-F238E27FC236}">
                    <a16:creationId xmlns:a16="http://schemas.microsoft.com/office/drawing/2014/main" id="{6B174E66-0C3D-1A05-9FC2-D1F228D35097}"/>
                  </a:ext>
                </a:extLst>
              </p:cNvPr>
              <p:cNvSpPr txBox="1"/>
              <p:nvPr/>
            </p:nvSpPr>
            <p:spPr>
              <a:xfrm>
                <a:off x="1957003" y="5242516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1" name="TextBox 560">
                <a:extLst>
                  <a:ext uri="{FF2B5EF4-FFF2-40B4-BE49-F238E27FC236}">
                    <a16:creationId xmlns:a16="http://schemas.microsoft.com/office/drawing/2014/main" id="{19DE8E1F-3859-FB5E-A923-8E6B0346E46E}"/>
                  </a:ext>
                </a:extLst>
              </p:cNvPr>
              <p:cNvSpPr txBox="1"/>
              <p:nvPr/>
            </p:nvSpPr>
            <p:spPr>
              <a:xfrm>
                <a:off x="2527702" y="6145651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2" name="TextBox 561">
                <a:extLst>
                  <a:ext uri="{FF2B5EF4-FFF2-40B4-BE49-F238E27FC236}">
                    <a16:creationId xmlns:a16="http://schemas.microsoft.com/office/drawing/2014/main" id="{47AF5BA9-9FA5-808A-4674-1AFA48F45913}"/>
                  </a:ext>
                </a:extLst>
              </p:cNvPr>
              <p:cNvSpPr txBox="1"/>
              <p:nvPr/>
            </p:nvSpPr>
            <p:spPr>
              <a:xfrm>
                <a:off x="2718641" y="6182810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3" name="TextBox 562">
                <a:extLst>
                  <a:ext uri="{FF2B5EF4-FFF2-40B4-BE49-F238E27FC236}">
                    <a16:creationId xmlns:a16="http://schemas.microsoft.com/office/drawing/2014/main" id="{9668611F-0F57-2DB4-E1C0-8967AC2D7A8D}"/>
                  </a:ext>
                </a:extLst>
              </p:cNvPr>
              <p:cNvSpPr txBox="1"/>
              <p:nvPr/>
            </p:nvSpPr>
            <p:spPr>
              <a:xfrm>
                <a:off x="2799424" y="6657124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2F3772E7-2A7E-D0FF-BAD4-C1FC7957AEE2}"/>
                  </a:ext>
                </a:extLst>
              </p:cNvPr>
              <p:cNvSpPr txBox="1"/>
              <p:nvPr/>
            </p:nvSpPr>
            <p:spPr>
              <a:xfrm>
                <a:off x="3224962" y="6179699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5" name="TextBox 564">
                <a:extLst>
                  <a:ext uri="{FF2B5EF4-FFF2-40B4-BE49-F238E27FC236}">
                    <a16:creationId xmlns:a16="http://schemas.microsoft.com/office/drawing/2014/main" id="{4A3E9139-2633-DA5D-5233-CD81D146A2FC}"/>
                  </a:ext>
                </a:extLst>
              </p:cNvPr>
              <p:cNvSpPr txBox="1"/>
              <p:nvPr/>
            </p:nvSpPr>
            <p:spPr>
              <a:xfrm>
                <a:off x="3190268" y="6682443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" name="TextBox 565">
                <a:extLst>
                  <a:ext uri="{FF2B5EF4-FFF2-40B4-BE49-F238E27FC236}">
                    <a16:creationId xmlns:a16="http://schemas.microsoft.com/office/drawing/2014/main" id="{3229BF90-6D1D-BE58-A12F-99DD85C01D86}"/>
                  </a:ext>
                </a:extLst>
              </p:cNvPr>
              <p:cNvSpPr txBox="1"/>
              <p:nvPr/>
            </p:nvSpPr>
            <p:spPr>
              <a:xfrm>
                <a:off x="2336601" y="6620839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BFD2F555-7702-DB60-01B7-B5B5587F5555}"/>
                  </a:ext>
                </a:extLst>
              </p:cNvPr>
              <p:cNvSpPr txBox="1"/>
              <p:nvPr/>
            </p:nvSpPr>
            <p:spPr>
              <a:xfrm>
                <a:off x="2102361" y="6724185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8" name="TextBox 567">
                <a:extLst>
                  <a:ext uri="{FF2B5EF4-FFF2-40B4-BE49-F238E27FC236}">
                    <a16:creationId xmlns:a16="http://schemas.microsoft.com/office/drawing/2014/main" id="{F830628B-E1DD-F13F-A500-918B4401CC42}"/>
                  </a:ext>
                </a:extLst>
              </p:cNvPr>
              <p:cNvSpPr txBox="1"/>
              <p:nvPr/>
            </p:nvSpPr>
            <p:spPr>
              <a:xfrm>
                <a:off x="2390004" y="5472944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569" name="TextBox 568">
                <a:extLst>
                  <a:ext uri="{FF2B5EF4-FFF2-40B4-BE49-F238E27FC236}">
                    <a16:creationId xmlns:a16="http://schemas.microsoft.com/office/drawing/2014/main" id="{920C2EB9-002D-D77D-3FC6-10F2EFC55475}"/>
                  </a:ext>
                </a:extLst>
              </p:cNvPr>
              <p:cNvSpPr txBox="1"/>
              <p:nvPr/>
            </p:nvSpPr>
            <p:spPr>
              <a:xfrm>
                <a:off x="1742455" y="5776810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0" name="TextBox 569">
                <a:extLst>
                  <a:ext uri="{FF2B5EF4-FFF2-40B4-BE49-F238E27FC236}">
                    <a16:creationId xmlns:a16="http://schemas.microsoft.com/office/drawing/2014/main" id="{564C211C-D6CA-1592-4941-BDA3F2F51931}"/>
                  </a:ext>
                </a:extLst>
              </p:cNvPr>
              <p:cNvSpPr txBox="1"/>
              <p:nvPr/>
            </p:nvSpPr>
            <p:spPr>
              <a:xfrm>
                <a:off x="3408699" y="5667211"/>
                <a:ext cx="420946" cy="31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2" name="타원 527">
                <a:extLst>
                  <a:ext uri="{FF2B5EF4-FFF2-40B4-BE49-F238E27FC236}">
                    <a16:creationId xmlns:a16="http://schemas.microsoft.com/office/drawing/2014/main" id="{6D2BEA17-8778-9853-94F9-880E140D2D9A}"/>
                  </a:ext>
                </a:extLst>
              </p:cNvPr>
              <p:cNvSpPr/>
              <p:nvPr/>
            </p:nvSpPr>
            <p:spPr>
              <a:xfrm>
                <a:off x="2493094" y="5385191"/>
                <a:ext cx="102347" cy="977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4D5821C-729D-90AD-A08A-8860AD2ED9C5}"/>
                </a:ext>
              </a:extLst>
            </p:cNvPr>
            <p:cNvGrpSpPr/>
            <p:nvPr/>
          </p:nvGrpSpPr>
          <p:grpSpPr>
            <a:xfrm>
              <a:off x="3543835" y="6253690"/>
              <a:ext cx="2134151" cy="881614"/>
              <a:chOff x="1152263" y="4707651"/>
              <a:chExt cx="2341587" cy="993253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38C4914E-0740-7E11-6B43-11BB92458CF4}"/>
                  </a:ext>
                </a:extLst>
              </p:cNvPr>
              <p:cNvGrpSpPr/>
              <p:nvPr/>
            </p:nvGrpSpPr>
            <p:grpSpPr>
              <a:xfrm>
                <a:off x="1528497" y="4899571"/>
                <a:ext cx="1594148" cy="801333"/>
                <a:chOff x="3414519" y="4092513"/>
                <a:chExt cx="1897708" cy="1013186"/>
              </a:xfrm>
            </p:grpSpPr>
            <p:sp>
              <p:nvSpPr>
                <p:cNvPr id="55" name="원통형 77">
                  <a:extLst>
                    <a:ext uri="{FF2B5EF4-FFF2-40B4-BE49-F238E27FC236}">
                      <a16:creationId xmlns:a16="http://schemas.microsoft.com/office/drawing/2014/main" id="{6E31C4ED-241A-F937-C58C-327FB5589111}"/>
                    </a:ext>
                  </a:extLst>
                </p:cNvPr>
                <p:cNvSpPr/>
                <p:nvPr/>
              </p:nvSpPr>
              <p:spPr>
                <a:xfrm rot="5400000">
                  <a:off x="3484487" y="4244476"/>
                  <a:ext cx="241924" cy="381860"/>
                </a:xfrm>
                <a:prstGeom prst="can">
                  <a:avLst>
                    <a:gd name="adj" fmla="val 41519"/>
                  </a:avLst>
                </a:prstGeom>
                <a:solidFill>
                  <a:srgbClr val="FF8B8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/>
                </a:p>
              </p:txBody>
            </p:sp>
            <p:sp>
              <p:nvSpPr>
                <p:cNvPr id="56" name="자유형: 도형 78">
                  <a:extLst>
                    <a:ext uri="{FF2B5EF4-FFF2-40B4-BE49-F238E27FC236}">
                      <a16:creationId xmlns:a16="http://schemas.microsoft.com/office/drawing/2014/main" id="{FFC9018D-F82C-14DD-4273-6CFC557AFA93}"/>
                    </a:ext>
                  </a:extLst>
                </p:cNvPr>
                <p:cNvSpPr/>
                <p:nvPr/>
              </p:nvSpPr>
              <p:spPr>
                <a:xfrm>
                  <a:off x="3752527" y="4378503"/>
                  <a:ext cx="1506724" cy="113805"/>
                </a:xfrm>
                <a:custGeom>
                  <a:avLst/>
                  <a:gdLst>
                    <a:gd name="connsiteX0" fmla="*/ 0 w 1666875"/>
                    <a:gd name="connsiteY0" fmla="*/ 83343 h 185737"/>
                    <a:gd name="connsiteX1" fmla="*/ 154781 w 1666875"/>
                    <a:gd name="connsiteY1" fmla="*/ 83343 h 185737"/>
                    <a:gd name="connsiteX2" fmla="*/ 171450 w 1666875"/>
                    <a:gd name="connsiteY2" fmla="*/ 2381 h 185737"/>
                    <a:gd name="connsiteX3" fmla="*/ 219075 w 1666875"/>
                    <a:gd name="connsiteY3" fmla="*/ 180975 h 185737"/>
                    <a:gd name="connsiteX4" fmla="*/ 257175 w 1666875"/>
                    <a:gd name="connsiteY4" fmla="*/ 0 h 185737"/>
                    <a:gd name="connsiteX5" fmla="*/ 307181 w 1666875"/>
                    <a:gd name="connsiteY5" fmla="*/ 180975 h 185737"/>
                    <a:gd name="connsiteX6" fmla="*/ 345281 w 1666875"/>
                    <a:gd name="connsiteY6" fmla="*/ 2381 h 185737"/>
                    <a:gd name="connsiteX7" fmla="*/ 392906 w 1666875"/>
                    <a:gd name="connsiteY7" fmla="*/ 185737 h 185737"/>
                    <a:gd name="connsiteX8" fmla="*/ 419100 w 1666875"/>
                    <a:gd name="connsiteY8" fmla="*/ 90487 h 185737"/>
                    <a:gd name="connsiteX9" fmla="*/ 659606 w 1666875"/>
                    <a:gd name="connsiteY9" fmla="*/ 90487 h 185737"/>
                    <a:gd name="connsiteX10" fmla="*/ 685800 w 1666875"/>
                    <a:gd name="connsiteY10" fmla="*/ 2381 h 185737"/>
                    <a:gd name="connsiteX11" fmla="*/ 731043 w 1666875"/>
                    <a:gd name="connsiteY11" fmla="*/ 183356 h 185737"/>
                    <a:gd name="connsiteX12" fmla="*/ 769143 w 1666875"/>
                    <a:gd name="connsiteY12" fmla="*/ 2381 h 185737"/>
                    <a:gd name="connsiteX13" fmla="*/ 819150 w 1666875"/>
                    <a:gd name="connsiteY13" fmla="*/ 183356 h 185737"/>
                    <a:gd name="connsiteX14" fmla="*/ 857250 w 1666875"/>
                    <a:gd name="connsiteY14" fmla="*/ 4762 h 185737"/>
                    <a:gd name="connsiteX15" fmla="*/ 907256 w 1666875"/>
                    <a:gd name="connsiteY15" fmla="*/ 185737 h 185737"/>
                    <a:gd name="connsiteX16" fmla="*/ 928687 w 1666875"/>
                    <a:gd name="connsiteY16" fmla="*/ 97631 h 185737"/>
                    <a:gd name="connsiteX17" fmla="*/ 1188243 w 1666875"/>
                    <a:gd name="connsiteY17" fmla="*/ 97631 h 185737"/>
                    <a:gd name="connsiteX18" fmla="*/ 1209675 w 1666875"/>
                    <a:gd name="connsiteY18" fmla="*/ 2381 h 185737"/>
                    <a:gd name="connsiteX19" fmla="*/ 1252537 w 1666875"/>
                    <a:gd name="connsiteY19" fmla="*/ 180975 h 185737"/>
                    <a:gd name="connsiteX20" fmla="*/ 1295400 w 1666875"/>
                    <a:gd name="connsiteY20" fmla="*/ 2381 h 185737"/>
                    <a:gd name="connsiteX21" fmla="*/ 1343025 w 1666875"/>
                    <a:gd name="connsiteY21" fmla="*/ 178593 h 185737"/>
                    <a:gd name="connsiteX22" fmla="*/ 1381125 w 1666875"/>
                    <a:gd name="connsiteY22" fmla="*/ 2381 h 185737"/>
                    <a:gd name="connsiteX23" fmla="*/ 1428750 w 1666875"/>
                    <a:gd name="connsiteY23" fmla="*/ 180975 h 185737"/>
                    <a:gd name="connsiteX24" fmla="*/ 1454943 w 1666875"/>
                    <a:gd name="connsiteY24" fmla="*/ 95250 h 185737"/>
                    <a:gd name="connsiteX25" fmla="*/ 1666875 w 1666875"/>
                    <a:gd name="connsiteY25" fmla="*/ 95250 h 185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666875" h="185737">
                      <a:moveTo>
                        <a:pt x="0" y="83343"/>
                      </a:moveTo>
                      <a:lnTo>
                        <a:pt x="154781" y="83343"/>
                      </a:lnTo>
                      <a:lnTo>
                        <a:pt x="171450" y="2381"/>
                      </a:lnTo>
                      <a:lnTo>
                        <a:pt x="219075" y="180975"/>
                      </a:lnTo>
                      <a:lnTo>
                        <a:pt x="257175" y="0"/>
                      </a:lnTo>
                      <a:lnTo>
                        <a:pt x="307181" y="180975"/>
                      </a:lnTo>
                      <a:lnTo>
                        <a:pt x="345281" y="2381"/>
                      </a:lnTo>
                      <a:lnTo>
                        <a:pt x="392906" y="185737"/>
                      </a:lnTo>
                      <a:lnTo>
                        <a:pt x="419100" y="90487"/>
                      </a:lnTo>
                      <a:lnTo>
                        <a:pt x="659606" y="90487"/>
                      </a:lnTo>
                      <a:lnTo>
                        <a:pt x="685800" y="2381"/>
                      </a:lnTo>
                      <a:lnTo>
                        <a:pt x="731043" y="183356"/>
                      </a:lnTo>
                      <a:lnTo>
                        <a:pt x="769143" y="2381"/>
                      </a:lnTo>
                      <a:lnTo>
                        <a:pt x="819150" y="183356"/>
                      </a:lnTo>
                      <a:lnTo>
                        <a:pt x="857250" y="4762"/>
                      </a:lnTo>
                      <a:lnTo>
                        <a:pt x="907256" y="185737"/>
                      </a:lnTo>
                      <a:lnTo>
                        <a:pt x="928687" y="97631"/>
                      </a:lnTo>
                      <a:lnTo>
                        <a:pt x="1188243" y="97631"/>
                      </a:lnTo>
                      <a:lnTo>
                        <a:pt x="1209675" y="2381"/>
                      </a:lnTo>
                      <a:lnTo>
                        <a:pt x="1252537" y="180975"/>
                      </a:lnTo>
                      <a:lnTo>
                        <a:pt x="1295400" y="2381"/>
                      </a:lnTo>
                      <a:lnTo>
                        <a:pt x="1343025" y="178593"/>
                      </a:lnTo>
                      <a:lnTo>
                        <a:pt x="1381125" y="2381"/>
                      </a:lnTo>
                      <a:lnTo>
                        <a:pt x="1428750" y="180975"/>
                      </a:lnTo>
                      <a:lnTo>
                        <a:pt x="1454943" y="95250"/>
                      </a:lnTo>
                      <a:lnTo>
                        <a:pt x="1666875" y="9525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7" name="직선 연결선 79">
                  <a:extLst>
                    <a:ext uri="{FF2B5EF4-FFF2-40B4-BE49-F238E27FC236}">
                      <a16:creationId xmlns:a16="http://schemas.microsoft.com/office/drawing/2014/main" id="{49F74FAE-5A6E-5EB4-2848-20FD3222B5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98451" y="4437379"/>
                  <a:ext cx="1" cy="34964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80">
                  <a:extLst>
                    <a:ext uri="{FF2B5EF4-FFF2-40B4-BE49-F238E27FC236}">
                      <a16:creationId xmlns:a16="http://schemas.microsoft.com/office/drawing/2014/main" id="{4981CAFB-D0E8-9038-EAB7-AF4C947A4F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2738" y="4787019"/>
                  <a:ext cx="19054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81">
                  <a:extLst>
                    <a:ext uri="{FF2B5EF4-FFF2-40B4-BE49-F238E27FC236}">
                      <a16:creationId xmlns:a16="http://schemas.microsoft.com/office/drawing/2014/main" id="{EEA91E8F-0AEC-0B0F-F8F7-0744DDB433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2738" y="4827557"/>
                  <a:ext cx="19054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연결선 82">
                  <a:extLst>
                    <a:ext uri="{FF2B5EF4-FFF2-40B4-BE49-F238E27FC236}">
                      <a16:creationId xmlns:a16="http://schemas.microsoft.com/office/drawing/2014/main" id="{92C6F91A-08CB-1B5C-2F9F-1F407361AB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02909" y="4437379"/>
                  <a:ext cx="1" cy="1509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직선 연결선 83">
                  <a:extLst>
                    <a:ext uri="{FF2B5EF4-FFF2-40B4-BE49-F238E27FC236}">
                      <a16:creationId xmlns:a16="http://schemas.microsoft.com/office/drawing/2014/main" id="{75536846-5C0F-D62A-3E7C-B3D6AFA6C1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07197" y="4588293"/>
                  <a:ext cx="19054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84">
                  <a:extLst>
                    <a:ext uri="{FF2B5EF4-FFF2-40B4-BE49-F238E27FC236}">
                      <a16:creationId xmlns:a16="http://schemas.microsoft.com/office/drawing/2014/main" id="{04A8CDFC-835E-C08A-31E6-E775689C7A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07197" y="4628831"/>
                  <a:ext cx="19054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직선 연결선 85">
                  <a:extLst>
                    <a:ext uri="{FF2B5EF4-FFF2-40B4-BE49-F238E27FC236}">
                      <a16:creationId xmlns:a16="http://schemas.microsoft.com/office/drawing/2014/main" id="{FBC8E03F-2F26-0C1A-DBB1-FB182798E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97573" y="4834157"/>
                  <a:ext cx="877" cy="2300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8" name="타원 86">
                  <a:extLst>
                    <a:ext uri="{FF2B5EF4-FFF2-40B4-BE49-F238E27FC236}">
                      <a16:creationId xmlns:a16="http://schemas.microsoft.com/office/drawing/2014/main" id="{5C0D28BE-1B73-B1D5-100A-069AF5994E36}"/>
                    </a:ext>
                  </a:extLst>
                </p:cNvPr>
                <p:cNvSpPr/>
                <p:nvPr/>
              </p:nvSpPr>
              <p:spPr>
                <a:xfrm>
                  <a:off x="4596327" y="4741280"/>
                  <a:ext cx="204881" cy="20790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/>
                </a:p>
              </p:txBody>
            </p:sp>
            <p:cxnSp>
              <p:nvCxnSpPr>
                <p:cNvPr id="449" name="직선 연결선 87">
                  <a:extLst>
                    <a:ext uri="{FF2B5EF4-FFF2-40B4-BE49-F238E27FC236}">
                      <a16:creationId xmlns:a16="http://schemas.microsoft.com/office/drawing/2014/main" id="{327595A3-91AF-B1A2-6ADA-BF356A0A76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02910" y="4629335"/>
                  <a:ext cx="1" cy="1119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직선 연결선 88">
                  <a:extLst>
                    <a:ext uri="{FF2B5EF4-FFF2-40B4-BE49-F238E27FC236}">
                      <a16:creationId xmlns:a16="http://schemas.microsoft.com/office/drawing/2014/main" id="{E11D0815-B717-EE3B-5D0E-300BEBC496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02910" y="4951372"/>
                  <a:ext cx="1" cy="1119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1" name="TextBox 450">
                  <a:extLst>
                    <a:ext uri="{FF2B5EF4-FFF2-40B4-BE49-F238E27FC236}">
                      <a16:creationId xmlns:a16="http://schemas.microsoft.com/office/drawing/2014/main" id="{F0F20ECF-AD60-7767-670C-969787AC174D}"/>
                    </a:ext>
                  </a:extLst>
                </p:cNvPr>
                <p:cNvSpPr txBox="1"/>
                <p:nvPr/>
              </p:nvSpPr>
              <p:spPr>
                <a:xfrm>
                  <a:off x="3814988" y="4092513"/>
                  <a:ext cx="338627" cy="2636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altLang="ko-KR" sz="8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ko-KR" alt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2" name="TextBox 451">
                  <a:extLst>
                    <a:ext uri="{FF2B5EF4-FFF2-40B4-BE49-F238E27FC236}">
                      <a16:creationId xmlns:a16="http://schemas.microsoft.com/office/drawing/2014/main" id="{7545BBA0-F6F8-0772-50D4-E8B9CD679272}"/>
                    </a:ext>
                  </a:extLst>
                </p:cNvPr>
                <p:cNvSpPr txBox="1"/>
                <p:nvPr/>
              </p:nvSpPr>
              <p:spPr>
                <a:xfrm>
                  <a:off x="4177002" y="4093214"/>
                  <a:ext cx="558966" cy="263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altLang="ko-KR" sz="8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a-micro</a:t>
                  </a:r>
                  <a:endParaRPr lang="ko-KR" alt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3" name="TextBox 452">
                  <a:extLst>
                    <a:ext uri="{FF2B5EF4-FFF2-40B4-BE49-F238E27FC236}">
                      <a16:creationId xmlns:a16="http://schemas.microsoft.com/office/drawing/2014/main" id="{292DECCC-EAAD-0CC9-09A8-70DACED98AFB}"/>
                    </a:ext>
                  </a:extLst>
                </p:cNvPr>
                <p:cNvSpPr txBox="1"/>
                <p:nvPr/>
              </p:nvSpPr>
              <p:spPr>
                <a:xfrm>
                  <a:off x="4678424" y="4097523"/>
                  <a:ext cx="555102" cy="263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altLang="ko-KR" sz="8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ko-KR" sz="8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-micro</a:t>
                  </a:r>
                  <a:endParaRPr lang="ko-KR" alt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4" name="TextBox 453">
                  <a:extLst>
                    <a:ext uri="{FF2B5EF4-FFF2-40B4-BE49-F238E27FC236}">
                      <a16:creationId xmlns:a16="http://schemas.microsoft.com/office/drawing/2014/main" id="{415A3674-B081-DCCA-2C21-58E5DFC5CA02}"/>
                    </a:ext>
                  </a:extLst>
                </p:cNvPr>
                <p:cNvSpPr txBox="1"/>
                <p:nvPr/>
              </p:nvSpPr>
              <p:spPr>
                <a:xfrm>
                  <a:off x="4511936" y="4694349"/>
                  <a:ext cx="381149" cy="2636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  <a:r>
                    <a:rPr lang="en-US" altLang="ko-KR" sz="8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im</a:t>
                  </a:r>
                  <a:endParaRPr lang="ko-KR" alt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5" name="TextBox 454">
                  <a:extLst>
                    <a:ext uri="{FF2B5EF4-FFF2-40B4-BE49-F238E27FC236}">
                      <a16:creationId xmlns:a16="http://schemas.microsoft.com/office/drawing/2014/main" id="{864594FF-2C7D-C2F2-75A2-6E4402A8216D}"/>
                    </a:ext>
                  </a:extLst>
                </p:cNvPr>
                <p:cNvSpPr txBox="1"/>
                <p:nvPr/>
              </p:nvSpPr>
              <p:spPr>
                <a:xfrm>
                  <a:off x="3763281" y="4690225"/>
                  <a:ext cx="415939" cy="263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ko-KR" sz="800" i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cor</a:t>
                  </a:r>
                  <a:endParaRPr lang="ko-KR" altLang="en-US" sz="800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6" name="TextBox 455">
                  <a:extLst>
                    <a:ext uri="{FF2B5EF4-FFF2-40B4-BE49-F238E27FC236}">
                      <a16:creationId xmlns:a16="http://schemas.microsoft.com/office/drawing/2014/main" id="{AEAC77C6-DE0F-85FD-9DAB-8251A9AED2FF}"/>
                    </a:ext>
                  </a:extLst>
                </p:cNvPr>
                <p:cNvSpPr txBox="1"/>
                <p:nvPr/>
              </p:nvSpPr>
              <p:spPr>
                <a:xfrm>
                  <a:off x="4244216" y="4497943"/>
                  <a:ext cx="442998" cy="263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ko-KR" sz="800" i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myo</a:t>
                  </a:r>
                  <a:endParaRPr lang="ko-KR" altLang="en-US" sz="800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57" name="그룹 99">
                  <a:extLst>
                    <a:ext uri="{FF2B5EF4-FFF2-40B4-BE49-F238E27FC236}">
                      <a16:creationId xmlns:a16="http://schemas.microsoft.com/office/drawing/2014/main" id="{E2195642-BC80-754B-4460-555C77C728FA}"/>
                    </a:ext>
                  </a:extLst>
                </p:cNvPr>
                <p:cNvGrpSpPr/>
                <p:nvPr/>
              </p:nvGrpSpPr>
              <p:grpSpPr>
                <a:xfrm rot="5400000">
                  <a:off x="4682515" y="5030437"/>
                  <a:ext cx="42680" cy="107843"/>
                  <a:chOff x="2154767" y="4574497"/>
                  <a:chExt cx="995230" cy="2551915"/>
                </a:xfrm>
              </p:grpSpPr>
              <p:cxnSp>
                <p:nvCxnSpPr>
                  <p:cNvPr id="469" name="직선 연결선 100">
                    <a:extLst>
                      <a:ext uri="{FF2B5EF4-FFF2-40B4-BE49-F238E27FC236}">
                        <a16:creationId xmlns:a16="http://schemas.microsoft.com/office/drawing/2014/main" id="{2E23EA1D-49C5-C67F-CDE8-E621DAB50A40}"/>
                      </a:ext>
                    </a:extLst>
                  </p:cNvPr>
                  <p:cNvCxnSpPr/>
                  <p:nvPr/>
                </p:nvCxnSpPr>
                <p:spPr>
                  <a:xfrm>
                    <a:off x="2154767" y="4574497"/>
                    <a:ext cx="0" cy="255191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0" name="직선 연결선 101">
                    <a:extLst>
                      <a:ext uri="{FF2B5EF4-FFF2-40B4-BE49-F238E27FC236}">
                        <a16:creationId xmlns:a16="http://schemas.microsoft.com/office/drawing/2014/main" id="{8F037E45-50A6-6F5E-7326-92FFC0807F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52382" y="4808612"/>
                    <a:ext cx="0" cy="208366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1" name="직선 연결선 102">
                    <a:extLst>
                      <a:ext uri="{FF2B5EF4-FFF2-40B4-BE49-F238E27FC236}">
                        <a16:creationId xmlns:a16="http://schemas.microsoft.com/office/drawing/2014/main" id="{FE4015FA-D45F-DED6-E1C4-1483436E85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49997" y="5329538"/>
                    <a:ext cx="0" cy="104183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458" name="그룹 103">
                  <a:extLst>
                    <a:ext uri="{FF2B5EF4-FFF2-40B4-BE49-F238E27FC236}">
                      <a16:creationId xmlns:a16="http://schemas.microsoft.com/office/drawing/2014/main" id="{8AB2ED48-03C5-2101-93C1-7A69193DE8CC}"/>
                    </a:ext>
                  </a:extLst>
                </p:cNvPr>
                <p:cNvGrpSpPr/>
                <p:nvPr/>
              </p:nvGrpSpPr>
              <p:grpSpPr>
                <a:xfrm rot="5400000">
                  <a:off x="4177040" y="5030406"/>
                  <a:ext cx="42680" cy="107843"/>
                  <a:chOff x="2154767" y="4574497"/>
                  <a:chExt cx="995230" cy="2551915"/>
                </a:xfrm>
              </p:grpSpPr>
              <p:cxnSp>
                <p:nvCxnSpPr>
                  <p:cNvPr id="466" name="직선 연결선 104">
                    <a:extLst>
                      <a:ext uri="{FF2B5EF4-FFF2-40B4-BE49-F238E27FC236}">
                        <a16:creationId xmlns:a16="http://schemas.microsoft.com/office/drawing/2014/main" id="{0BA61202-AEFD-4455-3E42-19F194C65F4E}"/>
                      </a:ext>
                    </a:extLst>
                  </p:cNvPr>
                  <p:cNvCxnSpPr/>
                  <p:nvPr/>
                </p:nvCxnSpPr>
                <p:spPr>
                  <a:xfrm>
                    <a:off x="2154767" y="4574497"/>
                    <a:ext cx="0" cy="255191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7" name="직선 연결선 105">
                    <a:extLst>
                      <a:ext uri="{FF2B5EF4-FFF2-40B4-BE49-F238E27FC236}">
                        <a16:creationId xmlns:a16="http://schemas.microsoft.com/office/drawing/2014/main" id="{D82895FC-870F-CA7A-AF08-C52917D84C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52382" y="4808612"/>
                    <a:ext cx="0" cy="208366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8" name="직선 연결선 106">
                    <a:extLst>
                      <a:ext uri="{FF2B5EF4-FFF2-40B4-BE49-F238E27FC236}">
                        <a16:creationId xmlns:a16="http://schemas.microsoft.com/office/drawing/2014/main" id="{36EC1A3D-1430-B99B-1C68-6D7EBE61A0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49997" y="5329538"/>
                    <a:ext cx="0" cy="104183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459" name="그룹 142">
                  <a:extLst>
                    <a:ext uri="{FF2B5EF4-FFF2-40B4-BE49-F238E27FC236}">
                      <a16:creationId xmlns:a16="http://schemas.microsoft.com/office/drawing/2014/main" id="{4F13C3E5-4878-E96B-EC96-C47C807DCB56}"/>
                    </a:ext>
                  </a:extLst>
                </p:cNvPr>
                <p:cNvGrpSpPr/>
                <p:nvPr/>
              </p:nvGrpSpPr>
              <p:grpSpPr>
                <a:xfrm rot="5400000">
                  <a:off x="5232619" y="5030407"/>
                  <a:ext cx="42679" cy="107843"/>
                  <a:chOff x="2154749" y="2557867"/>
                  <a:chExt cx="995205" cy="2551915"/>
                </a:xfrm>
              </p:grpSpPr>
              <p:cxnSp>
                <p:nvCxnSpPr>
                  <p:cNvPr id="463" name="직선 연결선 143">
                    <a:extLst>
                      <a:ext uri="{FF2B5EF4-FFF2-40B4-BE49-F238E27FC236}">
                        <a16:creationId xmlns:a16="http://schemas.microsoft.com/office/drawing/2014/main" id="{A4DCAF5F-DCE6-CB1B-5799-5E4D99069846}"/>
                      </a:ext>
                    </a:extLst>
                  </p:cNvPr>
                  <p:cNvCxnSpPr/>
                  <p:nvPr/>
                </p:nvCxnSpPr>
                <p:spPr>
                  <a:xfrm>
                    <a:off x="2154749" y="2557867"/>
                    <a:ext cx="0" cy="255191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4" name="직선 연결선 144">
                    <a:extLst>
                      <a:ext uri="{FF2B5EF4-FFF2-40B4-BE49-F238E27FC236}">
                        <a16:creationId xmlns:a16="http://schemas.microsoft.com/office/drawing/2014/main" id="{1FF44A8E-28B8-E2F7-F453-8866C40B1E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52361" y="2763362"/>
                    <a:ext cx="0" cy="20836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5" name="직선 연결선 145">
                    <a:extLst>
                      <a:ext uri="{FF2B5EF4-FFF2-40B4-BE49-F238E27FC236}">
                        <a16:creationId xmlns:a16="http://schemas.microsoft.com/office/drawing/2014/main" id="{6C69DDFF-6DD3-C265-F497-7F19913CA9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49954" y="3354775"/>
                    <a:ext cx="0" cy="104184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0" name="TextBox 459">
                      <a:extLst>
                        <a:ext uri="{FF2B5EF4-FFF2-40B4-BE49-F238E27FC236}">
                          <a16:creationId xmlns:a16="http://schemas.microsoft.com/office/drawing/2014/main" id="{E95EADD9-1987-5FAF-796E-F9E8CBF2D1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4656" y="4588717"/>
                      <a:ext cx="298462" cy="20110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oMath>
                      </a14:m>
                      <a:r>
                        <a:rPr lang="en-US" altLang="ko-KR" sz="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ko-KR" altLang="en-US" sz="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60" name="TextBox 459">
                      <a:extLst>
                        <a:ext uri="{FF2B5EF4-FFF2-40B4-BE49-F238E27FC236}">
                          <a16:creationId xmlns:a16="http://schemas.microsoft.com/office/drawing/2014/main" id="{E95EADD9-1987-5FAF-796E-F9E8CBF2D1A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4656" y="4588717"/>
                      <a:ext cx="298462" cy="201103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3478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1" name="자유형: 도형 20">
                  <a:extLst>
                    <a:ext uri="{FF2B5EF4-FFF2-40B4-BE49-F238E27FC236}">
                      <a16:creationId xmlns:a16="http://schemas.microsoft.com/office/drawing/2014/main" id="{BD52564B-D44D-83AE-44EA-D17E1069A3FF}"/>
                    </a:ext>
                  </a:extLst>
                </p:cNvPr>
                <p:cNvSpPr/>
                <p:nvPr/>
              </p:nvSpPr>
              <p:spPr>
                <a:xfrm rot="5400000">
                  <a:off x="5002611" y="4628849"/>
                  <a:ext cx="503060" cy="116173"/>
                </a:xfrm>
                <a:custGeom>
                  <a:avLst/>
                  <a:gdLst>
                    <a:gd name="connsiteX0" fmla="*/ 0 w 749300"/>
                    <a:gd name="connsiteY0" fmla="*/ 88900 h 193675"/>
                    <a:gd name="connsiteX1" fmla="*/ 215900 w 749300"/>
                    <a:gd name="connsiteY1" fmla="*/ 88900 h 193675"/>
                    <a:gd name="connsiteX2" fmla="*/ 244475 w 749300"/>
                    <a:gd name="connsiteY2" fmla="*/ 0 h 193675"/>
                    <a:gd name="connsiteX3" fmla="*/ 314325 w 749300"/>
                    <a:gd name="connsiteY3" fmla="*/ 180975 h 193675"/>
                    <a:gd name="connsiteX4" fmla="*/ 374650 w 749300"/>
                    <a:gd name="connsiteY4" fmla="*/ 12700 h 193675"/>
                    <a:gd name="connsiteX5" fmla="*/ 438150 w 749300"/>
                    <a:gd name="connsiteY5" fmla="*/ 193675 h 193675"/>
                    <a:gd name="connsiteX6" fmla="*/ 495300 w 749300"/>
                    <a:gd name="connsiteY6" fmla="*/ 12700 h 193675"/>
                    <a:gd name="connsiteX7" fmla="*/ 565150 w 749300"/>
                    <a:gd name="connsiteY7" fmla="*/ 184150 h 193675"/>
                    <a:gd name="connsiteX8" fmla="*/ 600075 w 749300"/>
                    <a:gd name="connsiteY8" fmla="*/ 98425 h 193675"/>
                    <a:gd name="connsiteX9" fmla="*/ 749300 w 749300"/>
                    <a:gd name="connsiteY9" fmla="*/ 98425 h 193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49300" h="193675">
                      <a:moveTo>
                        <a:pt x="0" y="88900"/>
                      </a:moveTo>
                      <a:lnTo>
                        <a:pt x="215900" y="88900"/>
                      </a:lnTo>
                      <a:lnTo>
                        <a:pt x="244475" y="0"/>
                      </a:lnTo>
                      <a:lnTo>
                        <a:pt x="314325" y="180975"/>
                      </a:lnTo>
                      <a:lnTo>
                        <a:pt x="374650" y="12700"/>
                      </a:lnTo>
                      <a:lnTo>
                        <a:pt x="438150" y="193675"/>
                      </a:lnTo>
                      <a:lnTo>
                        <a:pt x="495300" y="12700"/>
                      </a:lnTo>
                      <a:lnTo>
                        <a:pt x="565150" y="184150"/>
                      </a:lnTo>
                      <a:lnTo>
                        <a:pt x="600075" y="98425"/>
                      </a:lnTo>
                      <a:lnTo>
                        <a:pt x="749300" y="98425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/>
                </a:p>
              </p:txBody>
            </p:sp>
            <p:cxnSp>
              <p:nvCxnSpPr>
                <p:cNvPr id="462" name="직선 연결선 88">
                  <a:extLst>
                    <a:ext uri="{FF2B5EF4-FFF2-40B4-BE49-F238E27FC236}">
                      <a16:creationId xmlns:a16="http://schemas.microsoft.com/office/drawing/2014/main" id="{28AAA5B8-F221-9610-B648-FBFA294AA0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54197" y="4936553"/>
                  <a:ext cx="0" cy="12643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6AB17CB-05D5-E7B4-47F9-A7E041819DA5}"/>
                  </a:ext>
                </a:extLst>
              </p:cNvPr>
              <p:cNvSpPr txBox="1"/>
              <p:nvPr/>
            </p:nvSpPr>
            <p:spPr>
              <a:xfrm>
                <a:off x="1152263" y="4707651"/>
                <a:ext cx="2341587" cy="260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ko-KR" sz="9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c~l</a:t>
                </a:r>
                <a:r>
                  <a:rPr lang="en-US" altLang="ko-KR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). Coronary boundary model</a:t>
                </a:r>
                <a:endParaRPr lang="ko-KR" altLang="en-US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5889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3225-8F3A-D435-232F-0A0FBE27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AFF88-E7DE-468C-4596-DB4C300B0A63}"/>
                  </a:ext>
                </a:extLst>
              </p:cNvPr>
              <p:cNvSpPr txBox="1"/>
              <p:nvPr/>
            </p:nvSpPr>
            <p:spPr>
              <a:xfrm>
                <a:off x="2775933" y="5195685"/>
                <a:ext cx="1714899" cy="202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cs typeface="Arial" panose="020B0604020202020204" pitchFamily="34" charset="0"/>
                  </a:rPr>
                  <a:t>von Mises stress </a:t>
                </a:r>
                <a14:m>
                  <m:oMath xmlns:m="http://schemas.openxmlformats.org/officeDocument/2006/math">
                    <m:r>
                      <a:rPr lang="en-US" sz="700" b="1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700" b="1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𝐝𝐲𝐧</m:t>
                    </m:r>
                    <m:r>
                      <a:rPr lang="en-US" sz="700" b="1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/ </m:t>
                    </m:r>
                    <m:r>
                      <a:rPr lang="en-US" sz="700" b="1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𝐜</m:t>
                    </m:r>
                    <m:sSup>
                      <m:sSupPr>
                        <m:ctrlPr>
                          <a:rPr lang="en-US" sz="7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700" b="1" i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  <m:sup>
                        <m:r>
                          <a:rPr lang="en-US" sz="700" b="1" i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n-US" sz="700" b="1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700" b="1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AFF88-E7DE-468C-4596-DB4C300B0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33" y="5195685"/>
                <a:ext cx="1714899" cy="202491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28BB165-81ED-D468-4042-51A933541FC7}"/>
              </a:ext>
            </a:extLst>
          </p:cNvPr>
          <p:cNvGrpSpPr/>
          <p:nvPr/>
        </p:nvGrpSpPr>
        <p:grpSpPr>
          <a:xfrm>
            <a:off x="1567206" y="933321"/>
            <a:ext cx="3833813" cy="1275903"/>
            <a:chOff x="1052512" y="3152776"/>
            <a:chExt cx="4300537" cy="1452876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DA70BD9-EF93-4B32-71CA-A5889ECB98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808" t="4073" r="71708"/>
            <a:stretch>
              <a:fillRect/>
            </a:stretch>
          </p:blipFill>
          <p:spPr>
            <a:xfrm>
              <a:off x="1052512" y="3152776"/>
              <a:ext cx="1433512" cy="1452876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D847923-BA46-B680-4E50-B2EF82CA2C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7320" t="4073" r="7196"/>
            <a:stretch>
              <a:fillRect/>
            </a:stretch>
          </p:blipFill>
          <p:spPr>
            <a:xfrm>
              <a:off x="3919537" y="3152776"/>
              <a:ext cx="1433512" cy="1452876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9333A9F-9815-325C-CE27-42194C2E53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2017" t="4073" r="42500"/>
            <a:stretch>
              <a:fillRect/>
            </a:stretch>
          </p:blipFill>
          <p:spPr>
            <a:xfrm>
              <a:off x="2486024" y="3152776"/>
              <a:ext cx="1433513" cy="1452876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C2157B1-1AF7-871E-4701-BDF1E9F43D49}"/>
              </a:ext>
            </a:extLst>
          </p:cNvPr>
          <p:cNvSpPr txBox="1"/>
          <p:nvPr/>
        </p:nvSpPr>
        <p:spPr>
          <a:xfrm>
            <a:off x="1599940" y="630675"/>
            <a:ext cx="112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Predicted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8D49AD-85C5-B3C5-BD7B-A7AFCC59F7CC}"/>
              </a:ext>
            </a:extLst>
          </p:cNvPr>
          <p:cNvSpPr txBox="1"/>
          <p:nvPr/>
        </p:nvSpPr>
        <p:spPr>
          <a:xfrm>
            <a:off x="2922138" y="624412"/>
            <a:ext cx="112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Actual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21C507-1BBD-7E4D-B448-B25FE63C7AD3}"/>
              </a:ext>
            </a:extLst>
          </p:cNvPr>
          <p:cNvSpPr txBox="1"/>
          <p:nvPr/>
        </p:nvSpPr>
        <p:spPr>
          <a:xfrm>
            <a:off x="4277070" y="614334"/>
            <a:ext cx="112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Absolute Error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526B371-82E0-BA4F-4DE9-5BA8EEE11381}"/>
              </a:ext>
            </a:extLst>
          </p:cNvPr>
          <p:cNvGrpSpPr/>
          <p:nvPr/>
        </p:nvGrpSpPr>
        <p:grpSpPr>
          <a:xfrm>
            <a:off x="1841202" y="2281503"/>
            <a:ext cx="1675281" cy="322973"/>
            <a:chOff x="1923926" y="4678016"/>
            <a:chExt cx="1675281" cy="322973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F823BC2A-6336-405D-A2D4-B0F641730E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59737" t="37430" r="39774" b="36441"/>
            <a:stretch>
              <a:fillRect/>
            </a:stretch>
          </p:blipFill>
          <p:spPr>
            <a:xfrm rot="5400000">
              <a:off x="2740536" y="4098643"/>
              <a:ext cx="86649" cy="1245396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0C60994-157B-1B10-BF6D-6B3762C80302}"/>
                </a:ext>
              </a:extLst>
            </p:cNvPr>
            <p:cNvSpPr txBox="1"/>
            <p:nvPr/>
          </p:nvSpPr>
          <p:spPr>
            <a:xfrm>
              <a:off x="1923926" y="4800934"/>
              <a:ext cx="50304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600" b="1" i="0">
                  <a:latin typeface="Cambria Math" panose="0204050305040603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en-US" sz="700" dirty="0">
                  <a:latin typeface="Arial" panose="020B0604020202020204" pitchFamily="34" charset="0"/>
                </a:rPr>
                <a:t>5.2E3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0CBDA7-2597-475B-3A85-8BD1F03E00C4}"/>
                </a:ext>
              </a:extLst>
            </p:cNvPr>
            <p:cNvSpPr txBox="1"/>
            <p:nvPr/>
          </p:nvSpPr>
          <p:spPr>
            <a:xfrm>
              <a:off x="3096162" y="4800933"/>
              <a:ext cx="50304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600" b="1" i="0">
                  <a:latin typeface="Cambria Math" panose="0204050305040603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en-US" sz="700" dirty="0">
                  <a:latin typeface="Arial" panose="020B0604020202020204" pitchFamily="34" charset="0"/>
                </a:rPr>
                <a:t>1.32E6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477EC9-08E9-F004-D363-7CC834204C67}"/>
              </a:ext>
            </a:extLst>
          </p:cNvPr>
          <p:cNvGrpSpPr/>
          <p:nvPr/>
        </p:nvGrpSpPr>
        <p:grpSpPr>
          <a:xfrm>
            <a:off x="3894207" y="2298654"/>
            <a:ext cx="1695386" cy="322006"/>
            <a:chOff x="3975860" y="4683650"/>
            <a:chExt cx="1695386" cy="322006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7D28AC64-83FE-0C4E-FCFD-94A7672491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59737" t="37430" r="39774" b="36441"/>
            <a:stretch>
              <a:fillRect/>
            </a:stretch>
          </p:blipFill>
          <p:spPr>
            <a:xfrm rot="5400000">
              <a:off x="4803709" y="4104277"/>
              <a:ext cx="86649" cy="1245396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0CA6BC-F0EA-C4BB-9D06-FA07EED761C0}"/>
                </a:ext>
              </a:extLst>
            </p:cNvPr>
            <p:cNvSpPr txBox="1"/>
            <p:nvPr/>
          </p:nvSpPr>
          <p:spPr>
            <a:xfrm>
              <a:off x="3975860" y="4805601"/>
              <a:ext cx="50304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600" b="1" i="0">
                  <a:latin typeface="Cambria Math" panose="0204050305040603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en-US" sz="700" dirty="0">
                  <a:latin typeface="Arial" panose="020B0604020202020204" pitchFamily="34" charset="0"/>
                </a:rPr>
                <a:t>2.46E-2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56FE6CA-1C01-8EFB-E707-848380916808}"/>
                </a:ext>
              </a:extLst>
            </p:cNvPr>
            <p:cNvSpPr txBox="1"/>
            <p:nvPr/>
          </p:nvSpPr>
          <p:spPr>
            <a:xfrm>
              <a:off x="5168201" y="4803154"/>
              <a:ext cx="50304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600" b="1" i="0">
                  <a:latin typeface="Cambria Math" panose="0204050305040603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en-US" sz="700" dirty="0">
                  <a:latin typeface="Arial" panose="020B0604020202020204" pitchFamily="34" charset="0"/>
                </a:rPr>
                <a:t>2.57E4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31C97DC-0247-A5F2-4ADF-6BB856CD3183}"/>
                  </a:ext>
                </a:extLst>
              </p:cNvPr>
              <p:cNvSpPr txBox="1"/>
              <p:nvPr/>
            </p:nvSpPr>
            <p:spPr>
              <a:xfrm>
                <a:off x="1201021" y="1024911"/>
                <a:ext cx="39891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en-US" sz="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31C97DC-0247-A5F2-4ADF-6BB856CD3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021" y="1024911"/>
                <a:ext cx="398919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D31AB98-8ACE-0E2E-B0EC-A0E439A9C9AC}"/>
                  </a:ext>
                </a:extLst>
              </p:cNvPr>
              <p:cNvSpPr txBox="1"/>
              <p:nvPr/>
            </p:nvSpPr>
            <p:spPr>
              <a:xfrm>
                <a:off x="1201021" y="1500669"/>
                <a:ext cx="39891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en-US" sz="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D31AB98-8ACE-0E2E-B0EC-A0E439A9C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021" y="1500669"/>
                <a:ext cx="398919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DD2C538-8B20-17D1-FEDA-003B4513AF36}"/>
                  </a:ext>
                </a:extLst>
              </p:cNvPr>
              <p:cNvSpPr txBox="1"/>
              <p:nvPr/>
            </p:nvSpPr>
            <p:spPr>
              <a:xfrm>
                <a:off x="1201021" y="1954367"/>
                <a:ext cx="39891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en-US" sz="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DD2C538-8B20-17D1-FEDA-003B4513A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021" y="1954367"/>
                <a:ext cx="398919" cy="215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7CD554D-7AFD-FA10-F770-CCABE9F2A7BB}"/>
              </a:ext>
            </a:extLst>
          </p:cNvPr>
          <p:cNvGrpSpPr/>
          <p:nvPr/>
        </p:nvGrpSpPr>
        <p:grpSpPr>
          <a:xfrm>
            <a:off x="1207251" y="2675271"/>
            <a:ext cx="4572257" cy="2527705"/>
            <a:chOff x="1270157" y="4665237"/>
            <a:chExt cx="7603922" cy="361828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B0C696-DEFB-EF13-ECD8-7597CA764E5B}"/>
                </a:ext>
              </a:extLst>
            </p:cNvPr>
            <p:cNvGrpSpPr/>
            <p:nvPr/>
          </p:nvGrpSpPr>
          <p:grpSpPr>
            <a:xfrm>
              <a:off x="1669076" y="5163304"/>
              <a:ext cx="3744977" cy="2522560"/>
              <a:chOff x="1840757" y="5245327"/>
              <a:chExt cx="2863378" cy="1846386"/>
            </a:xfrm>
          </p:grpSpPr>
          <p:pic>
            <p:nvPicPr>
              <p:cNvPr id="3" name="Graphic 2">
                <a:extLst>
                  <a:ext uri="{FF2B5EF4-FFF2-40B4-BE49-F238E27FC236}">
                    <a16:creationId xmlns:a16="http://schemas.microsoft.com/office/drawing/2014/main" id="{25E44470-8D81-58D8-D551-0F1AF8D6CB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5327" r="82451"/>
              <a:stretch>
                <a:fillRect/>
              </a:stretch>
            </p:blipFill>
            <p:spPr>
              <a:xfrm>
                <a:off x="1840757" y="5245328"/>
                <a:ext cx="838200" cy="1846385"/>
              </a:xfrm>
              <a:prstGeom prst="rect">
                <a:avLst/>
              </a:prstGeom>
            </p:spPr>
          </p:pic>
          <p:pic>
            <p:nvPicPr>
              <p:cNvPr id="4" name="Graphic 3">
                <a:extLst>
                  <a:ext uri="{FF2B5EF4-FFF2-40B4-BE49-F238E27FC236}">
                    <a16:creationId xmlns:a16="http://schemas.microsoft.com/office/drawing/2014/main" id="{9963C14B-C8BB-F6A4-9CB0-100E63A8B0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34743" r="53035"/>
              <a:stretch>
                <a:fillRect/>
              </a:stretch>
            </p:blipFill>
            <p:spPr>
              <a:xfrm>
                <a:off x="2853346" y="5245328"/>
                <a:ext cx="838200" cy="1846385"/>
              </a:xfrm>
              <a:prstGeom prst="rect">
                <a:avLst/>
              </a:prstGeom>
            </p:spPr>
          </p:pic>
          <p:pic>
            <p:nvPicPr>
              <p:cNvPr id="5" name="Graphic 4">
                <a:extLst>
                  <a:ext uri="{FF2B5EF4-FFF2-40B4-BE49-F238E27FC236}">
                    <a16:creationId xmlns:a16="http://schemas.microsoft.com/office/drawing/2014/main" id="{2992C139-D75F-3E7C-4FF4-AB1912BE9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70235" r="17543"/>
              <a:stretch>
                <a:fillRect/>
              </a:stretch>
            </p:blipFill>
            <p:spPr>
              <a:xfrm>
                <a:off x="3865935" y="5245327"/>
                <a:ext cx="838200" cy="1846385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2902967-34F4-0EDF-FE63-B16EB9252330}"/>
                </a:ext>
              </a:extLst>
            </p:cNvPr>
            <p:cNvGrpSpPr/>
            <p:nvPr/>
          </p:nvGrpSpPr>
          <p:grpSpPr>
            <a:xfrm>
              <a:off x="1591507" y="7888537"/>
              <a:ext cx="6711055" cy="394989"/>
              <a:chOff x="1713744" y="7766584"/>
              <a:chExt cx="6711055" cy="394989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51A8E1CA-5E1A-59ED-FB8D-F1F421B542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59737" t="37430" r="39774" b="36441"/>
              <a:stretch>
                <a:fillRect/>
              </a:stretch>
            </p:blipFill>
            <p:spPr>
              <a:xfrm rot="5400000">
                <a:off x="2810424" y="7187211"/>
                <a:ext cx="86649" cy="124539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4AECC73-9459-71CA-0936-937C1576A16B}"/>
                      </a:ext>
                    </a:extLst>
                  </p:cNvPr>
                  <p:cNvSpPr txBox="1"/>
                  <p:nvPr/>
                </p:nvSpPr>
                <p:spPr>
                  <a:xfrm>
                    <a:off x="1713744" y="7871063"/>
                    <a:ext cx="1103586" cy="28637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600" b="1" i="0">
                        <a:latin typeface="Cambria Math" panose="02040503050406030204" pitchFamily="18" charset="0"/>
                        <a:cs typeface="Arial" panose="020B0604020202020204" pitchFamily="34" charset="0"/>
                      </a:defRPr>
                    </a:lvl1pPr>
                  </a:lstStyle>
                  <a:p>
                    <a:r>
                      <a:rPr lang="en-US" sz="700" dirty="0">
                        <a:latin typeface="Arial" panose="020B0604020202020204" pitchFamily="34" charset="0"/>
                      </a:rPr>
                      <a:t>6.9E3</a:t>
                    </a: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4AECC73-9459-71CA-0936-937C1576A1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3744" y="7871063"/>
                    <a:ext cx="1103586" cy="28637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BF9BF2CC-102C-B690-A0D3-5453A5D26B79}"/>
                      </a:ext>
                    </a:extLst>
                  </p:cNvPr>
                  <p:cNvSpPr txBox="1"/>
                  <p:nvPr/>
                </p:nvSpPr>
                <p:spPr>
                  <a:xfrm>
                    <a:off x="2857967" y="7875204"/>
                    <a:ext cx="1041439" cy="2863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600" b="1" i="0">
                        <a:latin typeface="Cambria Math" panose="02040503050406030204" pitchFamily="18" charset="0"/>
                        <a:cs typeface="Arial" panose="020B0604020202020204" pitchFamily="34" charset="0"/>
                      </a:defRPr>
                    </a:lvl1pPr>
                  </a:lstStyle>
                  <a:p>
                    <a:r>
                      <a:rPr lang="en-US" sz="700" dirty="0">
                        <a:latin typeface="Arial" panose="020B0604020202020204" pitchFamily="34" charset="0"/>
                      </a:rPr>
                      <a:t>1.28E6</a:t>
                    </a: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BF9BF2CC-102C-B690-A0D3-5453A5D26B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7967" y="7875204"/>
                    <a:ext cx="1041439" cy="28636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55" name="Graphic 54">
                <a:extLst>
                  <a:ext uri="{FF2B5EF4-FFF2-40B4-BE49-F238E27FC236}">
                    <a16:creationId xmlns:a16="http://schemas.microsoft.com/office/drawing/2014/main" id="{3986CA86-A782-F366-F55E-B9C80779F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59737" t="37430" r="39774" b="36441"/>
              <a:stretch>
                <a:fillRect/>
              </a:stretch>
            </p:blipFill>
            <p:spPr>
              <a:xfrm rot="5400000">
                <a:off x="6766249" y="7187212"/>
                <a:ext cx="86649" cy="1245396"/>
              </a:xfrm>
              <a:prstGeom prst="rect">
                <a:avLst/>
              </a:prstGeom>
            </p:spPr>
          </p:pic>
          <p:pic>
            <p:nvPicPr>
              <p:cNvPr id="56" name="Graphic 55">
                <a:extLst>
                  <a:ext uri="{FF2B5EF4-FFF2-40B4-BE49-F238E27FC236}">
                    <a16:creationId xmlns:a16="http://schemas.microsoft.com/office/drawing/2014/main" id="{058751A4-85D3-477C-7EC0-65C8897DFA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59737" t="37430" r="39774" b="36441"/>
              <a:stretch>
                <a:fillRect/>
              </a:stretch>
            </p:blipFill>
            <p:spPr>
              <a:xfrm rot="5400000">
                <a:off x="8052989" y="7489247"/>
                <a:ext cx="86649" cy="656970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31F34E2-9402-CA4B-2B6A-95FA3CE72796}"/>
                </a:ext>
              </a:extLst>
            </p:cNvPr>
            <p:cNvGrpSpPr/>
            <p:nvPr/>
          </p:nvGrpSpPr>
          <p:grpSpPr>
            <a:xfrm>
              <a:off x="3702262" y="7888538"/>
              <a:ext cx="5171817" cy="394988"/>
              <a:chOff x="3707203" y="7766585"/>
              <a:chExt cx="5171817" cy="394988"/>
            </a:xfrm>
          </p:grpSpPr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BB8AAC6F-EE83-7A99-710B-6E43F10893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59737" t="37430" r="39774" b="36441"/>
              <a:stretch>
                <a:fillRect/>
              </a:stretch>
            </p:blipFill>
            <p:spPr>
              <a:xfrm rot="5400000">
                <a:off x="4762723" y="7187212"/>
                <a:ext cx="86649" cy="124539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7B0A8EC2-B86C-6A9C-43E1-3E2D368BF814}"/>
                      </a:ext>
                    </a:extLst>
                  </p:cNvPr>
                  <p:cNvSpPr txBox="1"/>
                  <p:nvPr/>
                </p:nvSpPr>
                <p:spPr>
                  <a:xfrm>
                    <a:off x="3707203" y="7871062"/>
                    <a:ext cx="952290" cy="28637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600" b="1" i="0">
                        <a:latin typeface="Cambria Math" panose="02040503050406030204" pitchFamily="18" charset="0"/>
                        <a:cs typeface="Arial" panose="020B0604020202020204" pitchFamily="34" charset="0"/>
                      </a:defRPr>
                    </a:lvl1pPr>
                  </a:lstStyle>
                  <a:p>
                    <a:r>
                      <a:rPr lang="en-US" sz="700" dirty="0">
                        <a:latin typeface="Arial" panose="020B0604020202020204" pitchFamily="34" charset="0"/>
                      </a:rPr>
                      <a:t>3.2E-1</a:t>
                    </a: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7B0A8EC2-B86C-6A9C-43E1-3E2D368BF8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7203" y="7871062"/>
                    <a:ext cx="952290" cy="28637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C765746-7A64-88CC-A382-CC6CE56E990C}"/>
                      </a:ext>
                    </a:extLst>
                  </p:cNvPr>
                  <p:cNvSpPr txBox="1"/>
                  <p:nvPr/>
                </p:nvSpPr>
                <p:spPr>
                  <a:xfrm>
                    <a:off x="4870857" y="7871062"/>
                    <a:ext cx="982607" cy="28637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600" b="1" i="0">
                        <a:latin typeface="Cambria Math" panose="02040503050406030204" pitchFamily="18" charset="0"/>
                        <a:cs typeface="Arial" panose="020B0604020202020204" pitchFamily="34" charset="0"/>
                      </a:defRPr>
                    </a:lvl1pPr>
                  </a:lstStyle>
                  <a:p>
                    <a:r>
                      <a:rPr lang="en-US" sz="700" dirty="0">
                        <a:latin typeface="Arial" panose="020B0604020202020204" pitchFamily="34" charset="0"/>
                      </a:rPr>
                      <a:t>1.50E5</a:t>
                    </a: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C765746-7A64-88CC-A382-CC6CE56E99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0857" y="7871062"/>
                    <a:ext cx="982607" cy="28637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2C52B52-FA5D-8B63-424A-296A92BB41F5}"/>
                  </a:ext>
                </a:extLst>
              </p:cNvPr>
              <p:cNvSpPr txBox="1"/>
              <p:nvPr/>
            </p:nvSpPr>
            <p:spPr>
              <a:xfrm>
                <a:off x="5642347" y="7864767"/>
                <a:ext cx="982607" cy="286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600" b="1" i="0">
                    <a:latin typeface="Cambria Math" panose="02040503050406030204" pitchFamily="18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sz="700" dirty="0">
                    <a:latin typeface="Arial" panose="020B0604020202020204" pitchFamily="34" charset="0"/>
                  </a:rPr>
                  <a:t>3.09E4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E0DEA24-CB8C-2111-BFFB-3800D79E4AC9}"/>
                  </a:ext>
                </a:extLst>
              </p:cNvPr>
              <p:cNvSpPr txBox="1"/>
              <p:nvPr/>
            </p:nvSpPr>
            <p:spPr>
              <a:xfrm>
                <a:off x="6735879" y="7875204"/>
                <a:ext cx="982607" cy="286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600" b="1" i="0">
                    <a:latin typeface="Cambria Math" panose="02040503050406030204" pitchFamily="18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sz="700" dirty="0">
                    <a:latin typeface="Arial" panose="020B0604020202020204" pitchFamily="34" charset="0"/>
                  </a:rPr>
                  <a:t>5.66E6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D294B55B-AD3E-15C6-7EB0-876FB4C4AEF1}"/>
                      </a:ext>
                    </a:extLst>
                  </p:cNvPr>
                  <p:cNvSpPr txBox="1"/>
                  <p:nvPr/>
                </p:nvSpPr>
                <p:spPr>
                  <a:xfrm>
                    <a:off x="7360928" y="7871061"/>
                    <a:ext cx="982607" cy="2863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600" b="1" i="0">
                        <a:latin typeface="Cambria Math" panose="02040503050406030204" pitchFamily="18" charset="0"/>
                        <a:cs typeface="Arial" panose="020B0604020202020204" pitchFamily="34" charset="0"/>
                      </a:defRPr>
                    </a:lvl1pPr>
                  </a:lstStyle>
                  <a:p>
                    <a:r>
                      <a:rPr lang="en-US" sz="700" dirty="0">
                        <a:latin typeface="Arial" panose="020B0604020202020204" pitchFamily="34" charset="0"/>
                      </a:rPr>
                      <a:t>5.83E-1</a:t>
                    </a: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D294B55B-AD3E-15C6-7EB0-876FB4C4AE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0928" y="7871061"/>
                    <a:ext cx="982607" cy="28636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17B7232-C7D8-7C49-B1C2-B32442E2B3EA}"/>
                  </a:ext>
                </a:extLst>
              </p:cNvPr>
              <p:cNvSpPr txBox="1"/>
              <p:nvPr/>
            </p:nvSpPr>
            <p:spPr>
              <a:xfrm>
                <a:off x="7896413" y="7871672"/>
                <a:ext cx="982607" cy="286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600" b="1" i="0">
                    <a:latin typeface="Cambria Math" panose="02040503050406030204" pitchFamily="18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sz="700" dirty="0">
                    <a:latin typeface="Arial" panose="020B0604020202020204" pitchFamily="34" charset="0"/>
                  </a:rPr>
                  <a:t>6.69E4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8FA382C-023F-F6CE-298A-143D9F7A7CDC}"/>
                    </a:ext>
                  </a:extLst>
                </p:cNvPr>
                <p:cNvSpPr txBox="1"/>
                <p:nvPr/>
              </p:nvSpPr>
              <p:spPr>
                <a:xfrm>
                  <a:off x="1270157" y="5470159"/>
                  <a:ext cx="39891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8FA382C-023F-F6CE-298A-143D9F7A7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157" y="5470159"/>
                  <a:ext cx="398919" cy="215444"/>
                </a:xfrm>
                <a:prstGeom prst="rect">
                  <a:avLst/>
                </a:prstGeom>
                <a:blipFill>
                  <a:blip r:embed="rId21"/>
                  <a:stretch>
                    <a:fillRect b="-2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A257BC6-E992-6D7F-8E7D-1D98BC721940}"/>
                    </a:ext>
                  </a:extLst>
                </p:cNvPr>
                <p:cNvSpPr txBox="1"/>
                <p:nvPr/>
              </p:nvSpPr>
              <p:spPr>
                <a:xfrm>
                  <a:off x="1270157" y="6296988"/>
                  <a:ext cx="39891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A257BC6-E992-6D7F-8E7D-1D98BC7219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157" y="6296988"/>
                  <a:ext cx="398919" cy="215444"/>
                </a:xfrm>
                <a:prstGeom prst="rect">
                  <a:avLst/>
                </a:prstGeom>
                <a:blipFill>
                  <a:blip r:embed="rId22"/>
                  <a:stretch>
                    <a:fillRect b="-2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1633B8D-ABE2-A3F7-4660-F93381E798CB}"/>
                    </a:ext>
                  </a:extLst>
                </p:cNvPr>
                <p:cNvSpPr txBox="1"/>
                <p:nvPr/>
              </p:nvSpPr>
              <p:spPr>
                <a:xfrm>
                  <a:off x="1270157" y="7141976"/>
                  <a:ext cx="39891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1633B8D-ABE2-A3F7-4660-F93381E79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157" y="7141976"/>
                  <a:ext cx="398919" cy="215444"/>
                </a:xfrm>
                <a:prstGeom prst="rect">
                  <a:avLst/>
                </a:prstGeom>
                <a:blipFill>
                  <a:blip r:embed="rId23"/>
                  <a:stretch>
                    <a:fillRect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D88C45E-8359-726E-564D-ADF452FC4A94}"/>
                </a:ext>
              </a:extLst>
            </p:cNvPr>
            <p:cNvSpPr txBox="1"/>
            <p:nvPr/>
          </p:nvSpPr>
          <p:spPr>
            <a:xfrm>
              <a:off x="1655550" y="4768947"/>
              <a:ext cx="1123950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Predicted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52B2F22-9BA6-B5A2-075D-7049E38FAD5C}"/>
                </a:ext>
              </a:extLst>
            </p:cNvPr>
            <p:cNvSpPr txBox="1"/>
            <p:nvPr/>
          </p:nvSpPr>
          <p:spPr>
            <a:xfrm>
              <a:off x="2984635" y="4762650"/>
              <a:ext cx="1123950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Actual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E8A4F7F-FA13-4565-A05E-4056993017A0}"/>
                </a:ext>
              </a:extLst>
            </p:cNvPr>
            <p:cNvSpPr txBox="1"/>
            <p:nvPr/>
          </p:nvSpPr>
          <p:spPr>
            <a:xfrm>
              <a:off x="4005692" y="4665237"/>
              <a:ext cx="1645097" cy="484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Absolute </a:t>
              </a:r>
            </a:p>
            <a:p>
              <a:pPr algn="ct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Error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4367E3B-ADDB-3586-7143-289735D3510E}"/>
                </a:ext>
              </a:extLst>
            </p:cNvPr>
            <p:cNvSpPr txBox="1"/>
            <p:nvPr/>
          </p:nvSpPr>
          <p:spPr>
            <a:xfrm>
              <a:off x="5639785" y="4788699"/>
              <a:ext cx="1123950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Predicted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B6D2B5E-09E9-1F7F-7547-8BE3EF2497B9}"/>
                </a:ext>
              </a:extLst>
            </p:cNvPr>
            <p:cNvSpPr txBox="1"/>
            <p:nvPr/>
          </p:nvSpPr>
          <p:spPr>
            <a:xfrm>
              <a:off x="6620014" y="4782403"/>
              <a:ext cx="1123950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Actual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E411253-AC30-7848-94AA-FF54AE1B2C24}"/>
                </a:ext>
              </a:extLst>
            </p:cNvPr>
            <p:cNvSpPr txBox="1"/>
            <p:nvPr/>
          </p:nvSpPr>
          <p:spPr>
            <a:xfrm>
              <a:off x="7181989" y="4694290"/>
              <a:ext cx="1645097" cy="484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Absolute </a:t>
              </a:r>
            </a:p>
            <a:p>
              <a:pPr algn="ct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Error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A34A331-2CCB-346E-75C2-20DCAD32B009}"/>
              </a:ext>
            </a:extLst>
          </p:cNvPr>
          <p:cNvGrpSpPr/>
          <p:nvPr/>
        </p:nvGrpSpPr>
        <p:grpSpPr>
          <a:xfrm>
            <a:off x="4095832" y="3039640"/>
            <a:ext cx="1361688" cy="1745813"/>
            <a:chOff x="747215" y="5541064"/>
            <a:chExt cx="1056002" cy="1851560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C447ABF0-6CD2-0FB9-1174-E1507D792F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l="41199" r="54025"/>
            <a:stretch>
              <a:fillRect/>
            </a:stretch>
          </p:blipFill>
          <p:spPr>
            <a:xfrm>
              <a:off x="1111443" y="5545821"/>
              <a:ext cx="327546" cy="1846803"/>
            </a:xfrm>
            <a:prstGeom prst="rect">
              <a:avLst/>
            </a:prstGeom>
          </p:spPr>
        </p:pic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E7046894-43C3-ED0A-AA2B-938B4BBE12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l="12095" r="83129"/>
            <a:stretch>
              <a:fillRect/>
            </a:stretch>
          </p:blipFill>
          <p:spPr>
            <a:xfrm>
              <a:off x="747215" y="5545821"/>
              <a:ext cx="327546" cy="1846803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5B7181A9-85FD-9A93-1FC8-296A0398E3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l="76689" r="18535"/>
            <a:stretch>
              <a:fillRect/>
            </a:stretch>
          </p:blipFill>
          <p:spPr>
            <a:xfrm>
              <a:off x="1475671" y="5541064"/>
              <a:ext cx="327546" cy="1846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8193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780B50CA-6E2C-9236-40D1-6859A5EB7543}"/>
              </a:ext>
            </a:extLst>
          </p:cNvPr>
          <p:cNvGrpSpPr/>
          <p:nvPr/>
        </p:nvGrpSpPr>
        <p:grpSpPr>
          <a:xfrm>
            <a:off x="377866" y="759485"/>
            <a:ext cx="6102268" cy="5126933"/>
            <a:chOff x="465302" y="759485"/>
            <a:chExt cx="6102268" cy="5126933"/>
          </a:xfrm>
        </p:grpSpPr>
        <p:sp>
          <p:nvSpPr>
            <p:cNvPr id="6" name="Google Shape;1975;p45">
              <a:extLst>
                <a:ext uri="{FF2B5EF4-FFF2-40B4-BE49-F238E27FC236}">
                  <a16:creationId xmlns:a16="http://schemas.microsoft.com/office/drawing/2014/main" id="{FC3DEDB1-27DD-656C-DD85-F71A066BDBBB}"/>
                </a:ext>
              </a:extLst>
            </p:cNvPr>
            <p:cNvSpPr/>
            <p:nvPr/>
          </p:nvSpPr>
          <p:spPr>
            <a:xfrm>
              <a:off x="487058" y="759485"/>
              <a:ext cx="6076390" cy="2716174"/>
            </a:xfrm>
            <a:prstGeom prst="roundRect">
              <a:avLst>
                <a:gd name="adj" fmla="val 4938"/>
              </a:avLst>
            </a:prstGeom>
            <a:solidFill>
              <a:srgbClr val="C8D2D6"/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4900" tIns="94900" rIns="94900" bIns="94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90"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" name="Google Shape;2012;p45">
              <a:extLst>
                <a:ext uri="{FF2B5EF4-FFF2-40B4-BE49-F238E27FC236}">
                  <a16:creationId xmlns:a16="http://schemas.microsoft.com/office/drawing/2014/main" id="{685EE6B3-6B3E-C58B-8AA9-C8AC0B2B1903}"/>
                </a:ext>
              </a:extLst>
            </p:cNvPr>
            <p:cNvGrpSpPr/>
            <p:nvPr/>
          </p:nvGrpSpPr>
          <p:grpSpPr>
            <a:xfrm>
              <a:off x="2539745" y="1113330"/>
              <a:ext cx="1912042" cy="2262799"/>
              <a:chOff x="3217028" y="833206"/>
              <a:chExt cx="2416328" cy="2859966"/>
            </a:xfrm>
          </p:grpSpPr>
          <p:sp>
            <p:nvSpPr>
              <p:cNvPr id="11" name="Google Shape;2013;p45">
                <a:extLst>
                  <a:ext uri="{FF2B5EF4-FFF2-40B4-BE49-F238E27FC236}">
                    <a16:creationId xmlns:a16="http://schemas.microsoft.com/office/drawing/2014/main" id="{A9210258-7D10-EAAF-74D8-42FB6086ED75}"/>
                  </a:ext>
                </a:extLst>
              </p:cNvPr>
              <p:cNvSpPr/>
              <p:nvPr/>
            </p:nvSpPr>
            <p:spPr>
              <a:xfrm>
                <a:off x="3246826" y="961513"/>
                <a:ext cx="2386530" cy="2731659"/>
              </a:xfrm>
              <a:prstGeom prst="roundRect">
                <a:avLst>
                  <a:gd name="adj" fmla="val 4938"/>
                </a:avLst>
              </a:prstGeom>
              <a:solidFill>
                <a:schemeClr val="lt1"/>
              </a:solidFill>
              <a:ln w="1270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4900" tIns="94900" rIns="94900" bIns="94900" anchor="ctr" anchorCtr="0">
                <a:noAutofit/>
              </a:bodyPr>
              <a:lstStyle/>
              <a:p>
                <a:pPr algn="ctr"/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" name="Google Shape;2014;p45" descr="Computer Analysis Icons - Free SVG &amp; PNG Computer Analysis Images - Noun  Project">
                <a:extLst>
                  <a:ext uri="{FF2B5EF4-FFF2-40B4-BE49-F238E27FC236}">
                    <a16:creationId xmlns:a16="http://schemas.microsoft.com/office/drawing/2014/main" id="{3BFCF4E6-A76D-00E7-6587-EF22E7E15A55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581154" y="1583743"/>
                <a:ext cx="1726554" cy="168948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3" name="Google Shape;2015;p45">
                <a:extLst>
                  <a:ext uri="{FF2B5EF4-FFF2-40B4-BE49-F238E27FC236}">
                    <a16:creationId xmlns:a16="http://schemas.microsoft.com/office/drawing/2014/main" id="{70774D4B-2544-62B2-2043-507E79FD315B}"/>
                  </a:ext>
                </a:extLst>
              </p:cNvPr>
              <p:cNvSpPr/>
              <p:nvPr/>
            </p:nvSpPr>
            <p:spPr>
              <a:xfrm>
                <a:off x="3217028" y="833206"/>
                <a:ext cx="2416328" cy="242391"/>
              </a:xfrm>
              <a:prstGeom prst="chevron">
                <a:avLst>
                  <a:gd name="adj" fmla="val 33769"/>
                </a:avLst>
              </a:prstGeom>
              <a:gradFill>
                <a:gsLst>
                  <a:gs pos="0">
                    <a:srgbClr val="BDD5E1"/>
                  </a:gs>
                  <a:gs pos="35000">
                    <a:srgbClr val="D2E1E7"/>
                  </a:gs>
                  <a:gs pos="100000">
                    <a:srgbClr val="ECF3F6"/>
                  </a:gs>
                </a:gsLst>
                <a:lin ang="16200000" scaled="0"/>
              </a:gradFill>
              <a:ln w="9525" cap="flat" cmpd="sng">
                <a:solidFill>
                  <a:srgbClr val="748C9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Computational Analysis</a:t>
                </a:r>
                <a:endParaRPr sz="900" dirty="0"/>
              </a:p>
            </p:txBody>
          </p:sp>
          <p:sp>
            <p:nvSpPr>
              <p:cNvPr id="14" name="Google Shape;2016;p45">
                <a:extLst>
                  <a:ext uri="{FF2B5EF4-FFF2-40B4-BE49-F238E27FC236}">
                    <a16:creationId xmlns:a16="http://schemas.microsoft.com/office/drawing/2014/main" id="{B205B74E-7DD6-22EC-45B3-3924FB9C963D}"/>
                  </a:ext>
                </a:extLst>
              </p:cNvPr>
              <p:cNvSpPr txBox="1"/>
              <p:nvPr/>
            </p:nvSpPr>
            <p:spPr>
              <a:xfrm>
                <a:off x="3372978" y="1294539"/>
                <a:ext cx="2234531" cy="311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 algn="ctr"/>
                <a:r>
                  <a:rPr lang="en-US" sz="800" b="1" dirty="0">
                    <a:solidFill>
                      <a:srgbClr val="000000"/>
                    </a:solidFill>
                    <a:latin typeface="Aptos" panose="020B0004020202020204" pitchFamily="34" charset="0"/>
                    <a:ea typeface="Arial"/>
                    <a:cs typeface="Arial"/>
                    <a:sym typeface="Arial"/>
                  </a:rPr>
                  <a:t>Cost-effective FSI simulation</a:t>
                </a:r>
                <a:endParaRPr sz="800" b="1" dirty="0"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18" name="Google Shape;1976;p45">
              <a:extLst>
                <a:ext uri="{FF2B5EF4-FFF2-40B4-BE49-F238E27FC236}">
                  <a16:creationId xmlns:a16="http://schemas.microsoft.com/office/drawing/2014/main" id="{AE253978-57D6-FB9F-525B-E8AAF8B0C582}"/>
                </a:ext>
              </a:extLst>
            </p:cNvPr>
            <p:cNvSpPr/>
            <p:nvPr/>
          </p:nvSpPr>
          <p:spPr>
            <a:xfrm>
              <a:off x="652042" y="1175169"/>
              <a:ext cx="1767230" cy="2201518"/>
            </a:xfrm>
            <a:prstGeom prst="roundRect">
              <a:avLst>
                <a:gd name="adj" fmla="val 4938"/>
              </a:avLst>
            </a:prstGeom>
            <a:solidFill>
              <a:schemeClr val="lt1"/>
            </a:solidFill>
            <a:ln w="1270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4900" tIns="94900" rIns="94900" bIns="94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90"/>
              </a:pP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011;p45">
              <a:extLst>
                <a:ext uri="{FF2B5EF4-FFF2-40B4-BE49-F238E27FC236}">
                  <a16:creationId xmlns:a16="http://schemas.microsoft.com/office/drawing/2014/main" id="{88370A83-85A3-8EE1-380F-478666EEF6DB}"/>
                </a:ext>
              </a:extLst>
            </p:cNvPr>
            <p:cNvSpPr/>
            <p:nvPr/>
          </p:nvSpPr>
          <p:spPr>
            <a:xfrm>
              <a:off x="652042" y="1118829"/>
              <a:ext cx="1753035" cy="186280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FFD17D"/>
                </a:gs>
                <a:gs pos="35000">
                  <a:srgbClr val="FFDCA3"/>
                </a:gs>
                <a:gs pos="100000">
                  <a:srgbClr val="FFF1D8"/>
                </a:gs>
              </a:gsLst>
              <a:lin ang="16200000" scaled="0"/>
            </a:gradFill>
            <a:ln w="9525" cap="flat" cmpd="sng">
              <a:solidFill>
                <a:srgbClr val="FDA739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 Parameters</a:t>
              </a:r>
              <a:endParaRPr sz="9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AA35BED-47A9-0406-5B55-EBED5337D743}"/>
                </a:ext>
              </a:extLst>
            </p:cNvPr>
            <p:cNvGrpSpPr/>
            <p:nvPr/>
          </p:nvGrpSpPr>
          <p:grpSpPr>
            <a:xfrm>
              <a:off x="854673" y="1364190"/>
              <a:ext cx="1325552" cy="1939071"/>
              <a:chOff x="1828643" y="1624120"/>
              <a:chExt cx="1658940" cy="3096507"/>
            </a:xfrm>
          </p:grpSpPr>
          <p:pic>
            <p:nvPicPr>
              <p:cNvPr id="21" name="Google Shape;2009;p45">
                <a:extLst>
                  <a:ext uri="{FF2B5EF4-FFF2-40B4-BE49-F238E27FC236}">
                    <a16:creationId xmlns:a16="http://schemas.microsoft.com/office/drawing/2014/main" id="{ECFDE303-3D55-6185-A416-8D6AAEA5E134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980673" y="3972220"/>
                <a:ext cx="1318960" cy="695026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1A596E5-BD8D-AA81-F130-F0E528F42C95}"/>
                  </a:ext>
                </a:extLst>
              </p:cNvPr>
              <p:cNvGrpSpPr/>
              <p:nvPr/>
            </p:nvGrpSpPr>
            <p:grpSpPr>
              <a:xfrm>
                <a:off x="1828643" y="1624120"/>
                <a:ext cx="1658940" cy="3096507"/>
                <a:chOff x="365760" y="1417321"/>
                <a:chExt cx="2606041" cy="4860401"/>
              </a:xfrm>
            </p:grpSpPr>
            <p:sp>
              <p:nvSpPr>
                <p:cNvPr id="23" name="Rounded Rectangle 7">
                  <a:extLst>
                    <a:ext uri="{FF2B5EF4-FFF2-40B4-BE49-F238E27FC236}">
                      <a16:creationId xmlns:a16="http://schemas.microsoft.com/office/drawing/2014/main" id="{20A994B9-F97E-43E2-E879-AD747CF63EC3}"/>
                    </a:ext>
                  </a:extLst>
                </p:cNvPr>
                <p:cNvSpPr/>
                <p:nvPr/>
              </p:nvSpPr>
              <p:spPr>
                <a:xfrm>
                  <a:off x="365760" y="1417321"/>
                  <a:ext cx="2606041" cy="411480"/>
                </a:xfrm>
                <a:prstGeom prst="roundRect">
                  <a:avLst>
                    <a:gd name="adj" fmla="val 4500"/>
                  </a:avLst>
                </a:prstGeom>
                <a:solidFill>
                  <a:srgbClr val="E9E9E9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tIns="18000" rIns="36000" bIns="18000" rtlCol="0" anchor="ctr"/>
                <a:lstStyle/>
                <a:p>
                  <a:pPr algn="ctr"/>
                  <a:r>
                    <a:rPr sz="800" b="1" dirty="0">
                      <a:solidFill>
                        <a:srgbClr val="333333"/>
                      </a:solidFill>
                      <a:latin typeface="Manrope"/>
                    </a:rPr>
                    <a:t>Material properties</a:t>
                  </a:r>
                </a:p>
              </p:txBody>
            </p:sp>
            <p:sp>
              <p:nvSpPr>
                <p:cNvPr id="24" name="Rounded Rectangle 10">
                  <a:extLst>
                    <a:ext uri="{FF2B5EF4-FFF2-40B4-BE49-F238E27FC236}">
                      <a16:creationId xmlns:a16="http://schemas.microsoft.com/office/drawing/2014/main" id="{427745FB-974D-753F-BB23-DD4664092A71}"/>
                    </a:ext>
                  </a:extLst>
                </p:cNvPr>
                <p:cNvSpPr/>
                <p:nvPr/>
              </p:nvSpPr>
              <p:spPr>
                <a:xfrm>
                  <a:off x="365760" y="3063241"/>
                  <a:ext cx="2606041" cy="411480"/>
                </a:xfrm>
                <a:prstGeom prst="roundRect">
                  <a:avLst>
                    <a:gd name="adj" fmla="val 4500"/>
                  </a:avLst>
                </a:prstGeom>
                <a:solidFill>
                  <a:srgbClr val="F8D7D7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tIns="18000" rIns="36000" bIns="18000" rtlCol="0" anchor="ctr"/>
                <a:lstStyle/>
                <a:p>
                  <a:pPr algn="ctr"/>
                  <a:r>
                    <a:rPr sz="800" b="1" dirty="0">
                      <a:solidFill>
                        <a:srgbClr val="8B2C2C"/>
                      </a:solidFill>
                      <a:latin typeface="Manrope"/>
                    </a:rPr>
                    <a:t>Hemodynamic</a:t>
                  </a:r>
                </a:p>
              </p:txBody>
            </p:sp>
            <p:sp>
              <p:nvSpPr>
                <p:cNvPr id="25" name="Rounded Rectangle 13">
                  <a:extLst>
                    <a:ext uri="{FF2B5EF4-FFF2-40B4-BE49-F238E27FC236}">
                      <a16:creationId xmlns:a16="http://schemas.microsoft.com/office/drawing/2014/main" id="{0A6E8F02-6C78-2B60-F92E-05ED459FC590}"/>
                    </a:ext>
                  </a:extLst>
                </p:cNvPr>
                <p:cNvSpPr/>
                <p:nvPr/>
              </p:nvSpPr>
              <p:spPr>
                <a:xfrm>
                  <a:off x="365760" y="4709160"/>
                  <a:ext cx="2606041" cy="411480"/>
                </a:xfrm>
                <a:prstGeom prst="roundRect">
                  <a:avLst>
                    <a:gd name="adj" fmla="val 4500"/>
                  </a:avLst>
                </a:prstGeom>
                <a:solidFill>
                  <a:srgbClr val="DFECD8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tIns="18000" rIns="36000" bIns="18000" rtlCol="0" anchor="ctr"/>
                <a:lstStyle/>
                <a:p>
                  <a:pPr algn="ctr"/>
                  <a:r>
                    <a:rPr sz="800" b="1" dirty="0">
                      <a:solidFill>
                        <a:srgbClr val="366A2D"/>
                      </a:solidFill>
                      <a:latin typeface="Manrope"/>
                    </a:rPr>
                    <a:t>Morphology</a:t>
                  </a:r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29EEAC30-FF2C-1944-5C04-7E253AF5B9BA}"/>
                    </a:ext>
                  </a:extLst>
                </p:cNvPr>
                <p:cNvSpPr/>
                <p:nvPr/>
              </p:nvSpPr>
              <p:spPr>
                <a:xfrm>
                  <a:off x="365760" y="3072130"/>
                  <a:ext cx="2606041" cy="1573054"/>
                </a:xfrm>
                <a:prstGeom prst="roundRect">
                  <a:avLst>
                    <a:gd name="adj" fmla="val 3749"/>
                  </a:avLst>
                </a:prstGeom>
                <a:noFill/>
                <a:ln w="19050">
                  <a:solidFill>
                    <a:srgbClr val="F8D7D7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tIns="18000" rIns="36000" bIns="18000" rtlCol="0" anchor="ctr"/>
                <a:lstStyle/>
                <a:p>
                  <a:pPr algn="ctr"/>
                  <a:endParaRPr lang="en-US" sz="1000" b="1">
                    <a:solidFill>
                      <a:srgbClr val="8B2C2C"/>
                    </a:solidFill>
                    <a:latin typeface="Manrope"/>
                    <a:sym typeface="Arial"/>
                  </a:endParaRPr>
                </a:p>
              </p:txBody>
            </p: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6D6B7D66-D7C8-2995-D4BA-BA1311C15700}"/>
                    </a:ext>
                  </a:extLst>
                </p:cNvPr>
                <p:cNvSpPr/>
                <p:nvPr/>
              </p:nvSpPr>
              <p:spPr>
                <a:xfrm>
                  <a:off x="365760" y="1417321"/>
                  <a:ext cx="2606041" cy="1573054"/>
                </a:xfrm>
                <a:prstGeom prst="roundRect">
                  <a:avLst>
                    <a:gd name="adj" fmla="val 3749"/>
                  </a:avLst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/>
                </a:p>
              </p:txBody>
            </p:sp>
            <p:pic>
              <p:nvPicPr>
                <p:cNvPr id="28" name="Google Shape;199;p5">
                  <a:extLst>
                    <a:ext uri="{FF2B5EF4-FFF2-40B4-BE49-F238E27FC236}">
                      <a16:creationId xmlns:a16="http://schemas.microsoft.com/office/drawing/2014/main" id="{4A28267A-9982-647B-4873-0F8E3E63510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l="2928" t="5114" r="4972" b="7906"/>
                <a:stretch/>
              </p:blipFill>
              <p:spPr>
                <a:xfrm>
                  <a:off x="447512" y="3625613"/>
                  <a:ext cx="1336889" cy="8552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C4340A8E-9299-3454-2102-0CFABDB8D34D}"/>
                    </a:ext>
                  </a:extLst>
                </p:cNvPr>
                <p:cNvGrpSpPr/>
                <p:nvPr/>
              </p:nvGrpSpPr>
              <p:grpSpPr>
                <a:xfrm>
                  <a:off x="457199" y="1865436"/>
                  <a:ext cx="2360931" cy="1065043"/>
                  <a:chOff x="371094" y="1856545"/>
                  <a:chExt cx="2593086" cy="1133830"/>
                </a:xfrm>
              </p:grpSpPr>
              <p:pic>
                <p:nvPicPr>
                  <p:cNvPr id="32" name="Picture 31">
                    <a:extLst>
                      <a:ext uri="{FF2B5EF4-FFF2-40B4-BE49-F238E27FC236}">
                        <a16:creationId xmlns:a16="http://schemas.microsoft.com/office/drawing/2014/main" id="{49CDD5B7-FEC9-839A-C9E7-83B9CA5E761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71094" y="1856545"/>
                    <a:ext cx="1457706" cy="113383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3" name="Picture 6">
                    <a:extLst>
                      <a:ext uri="{FF2B5EF4-FFF2-40B4-BE49-F238E27FC236}">
                        <a16:creationId xmlns:a16="http://schemas.microsoft.com/office/drawing/2014/main" id="{4138EAF4-61C1-5A3D-7266-C6BD915F532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51660" y="1909959"/>
                    <a:ext cx="1112520" cy="101011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A905038F-4817-4340-432A-F1F7D87B72A1}"/>
                    </a:ext>
                  </a:extLst>
                </p:cNvPr>
                <p:cNvSpPr/>
                <p:nvPr/>
              </p:nvSpPr>
              <p:spPr>
                <a:xfrm>
                  <a:off x="365760" y="4704668"/>
                  <a:ext cx="2606041" cy="1573054"/>
                </a:xfrm>
                <a:prstGeom prst="roundRect">
                  <a:avLst>
                    <a:gd name="adj" fmla="val 3749"/>
                  </a:avLst>
                </a:prstGeom>
                <a:noFill/>
                <a:ln w="19050">
                  <a:solidFill>
                    <a:srgbClr val="DFECD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tIns="18000" rIns="36000" bIns="18000" rtlCol="0" anchor="ctr"/>
                <a:lstStyle/>
                <a:p>
                  <a:pPr algn="ctr"/>
                  <a:endParaRPr lang="en-US" sz="1000" b="1">
                    <a:solidFill>
                      <a:srgbClr val="366A2D"/>
                    </a:solidFill>
                    <a:latin typeface="Manrope"/>
                    <a:sym typeface="Arial"/>
                  </a:endParaRPr>
                </a:p>
              </p:txBody>
            </p:sp>
            <p:pic>
              <p:nvPicPr>
                <p:cNvPr id="31" name="Google Shape;472;p12">
                  <a:extLst>
                    <a:ext uri="{FF2B5EF4-FFF2-40B4-BE49-F238E27FC236}">
                      <a16:creationId xmlns:a16="http://schemas.microsoft.com/office/drawing/2014/main" id="{58AA353E-6E02-1CFC-8FBB-DDAEA2241220}"/>
                    </a:ext>
                  </a:extLst>
                </p:cNvPr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/>
                <a:stretch/>
              </p:blipFill>
              <p:spPr>
                <a:xfrm>
                  <a:off x="1784399" y="3655563"/>
                  <a:ext cx="1154213" cy="8909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B270E3F-538F-D571-4621-61B51F103FEF}"/>
                </a:ext>
              </a:extLst>
            </p:cNvPr>
            <p:cNvGrpSpPr/>
            <p:nvPr/>
          </p:nvGrpSpPr>
          <p:grpSpPr>
            <a:xfrm>
              <a:off x="4612280" y="1108514"/>
              <a:ext cx="1809228" cy="2268173"/>
              <a:chOff x="7841570" y="1135789"/>
              <a:chExt cx="3048527" cy="3822345"/>
            </a:xfrm>
          </p:grpSpPr>
          <p:sp>
            <p:nvSpPr>
              <p:cNvPr id="35" name="Google Shape;1980;p45">
                <a:extLst>
                  <a:ext uri="{FF2B5EF4-FFF2-40B4-BE49-F238E27FC236}">
                    <a16:creationId xmlns:a16="http://schemas.microsoft.com/office/drawing/2014/main" id="{07C752C3-2623-31F9-0ACC-4A5ADFA61082}"/>
                  </a:ext>
                </a:extLst>
              </p:cNvPr>
              <p:cNvSpPr/>
              <p:nvPr/>
            </p:nvSpPr>
            <p:spPr>
              <a:xfrm>
                <a:off x="7841570" y="1248117"/>
                <a:ext cx="3048527" cy="3710017"/>
              </a:xfrm>
              <a:prstGeom prst="roundRect">
                <a:avLst>
                  <a:gd name="adj" fmla="val 4938"/>
                </a:avLst>
              </a:prstGeom>
              <a:solidFill>
                <a:schemeClr val="lt1"/>
              </a:solidFill>
              <a:ln w="1270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4900" tIns="94900" rIns="94900" bIns="94900" anchor="ctr" anchorCtr="0">
                <a:noAutofit/>
              </a:bodyPr>
              <a:lstStyle/>
              <a:p>
                <a:pPr algn="ctr"/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2015;p45">
                <a:extLst>
                  <a:ext uri="{FF2B5EF4-FFF2-40B4-BE49-F238E27FC236}">
                    <a16:creationId xmlns:a16="http://schemas.microsoft.com/office/drawing/2014/main" id="{5F554AB4-4ADB-2A36-E446-517AF383DFD0}"/>
                  </a:ext>
                </a:extLst>
              </p:cNvPr>
              <p:cNvSpPr/>
              <p:nvPr/>
            </p:nvSpPr>
            <p:spPr>
              <a:xfrm>
                <a:off x="7841571" y="1135789"/>
                <a:ext cx="3048526" cy="316939"/>
              </a:xfrm>
              <a:prstGeom prst="chevron">
                <a:avLst>
                  <a:gd name="adj" fmla="val 33769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</a:t>
                </a:r>
                <a:r>
                  <a:rPr lang="en-US" sz="900" b="1" dirty="0"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r>
                  <a:rPr lang="en-US" sz="900" b="1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arameters</a:t>
                </a:r>
                <a:endParaRPr sz="900"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7434EE3C-F9F3-63F2-449C-97C39989A773}"/>
                  </a:ext>
                </a:extLst>
              </p:cNvPr>
              <p:cNvGrpSpPr/>
              <p:nvPr/>
            </p:nvGrpSpPr>
            <p:grpSpPr>
              <a:xfrm>
                <a:off x="8189480" y="3000675"/>
                <a:ext cx="2273880" cy="1300521"/>
                <a:chOff x="3578312" y="1651814"/>
                <a:chExt cx="4016288" cy="2324979"/>
              </a:xfrm>
            </p:grpSpPr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5512D733-3564-37A7-E3B7-BA539EAAF3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t="15933"/>
                <a:stretch>
                  <a:fillRect/>
                </a:stretch>
              </p:blipFill>
              <p:spPr>
                <a:xfrm>
                  <a:off x="3578312" y="1651814"/>
                  <a:ext cx="4016288" cy="2324979"/>
                </a:xfrm>
                <a:prstGeom prst="rect">
                  <a:avLst/>
                </a:prstGeom>
              </p:spPr>
            </p:pic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9202A81D-3915-1221-D493-E9FA8C53ABE2}"/>
                    </a:ext>
                  </a:extLst>
                </p:cNvPr>
                <p:cNvSpPr/>
                <p:nvPr/>
              </p:nvSpPr>
              <p:spPr>
                <a:xfrm>
                  <a:off x="4742150" y="2357491"/>
                  <a:ext cx="279400" cy="279400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0C280D3-FC1F-8D92-EC2A-CBDB77A799D7}"/>
                  </a:ext>
                </a:extLst>
              </p:cNvPr>
              <p:cNvGrpSpPr/>
              <p:nvPr/>
            </p:nvGrpSpPr>
            <p:grpSpPr>
              <a:xfrm>
                <a:off x="7946756" y="1278894"/>
                <a:ext cx="2238712" cy="1855678"/>
                <a:chOff x="7379155" y="1177327"/>
                <a:chExt cx="3668964" cy="3012445"/>
              </a:xfrm>
            </p:grpSpPr>
            <p:grpSp>
              <p:nvGrpSpPr>
                <p:cNvPr id="43" name="Google Shape;342;p8">
                  <a:extLst>
                    <a:ext uri="{FF2B5EF4-FFF2-40B4-BE49-F238E27FC236}">
                      <a16:creationId xmlns:a16="http://schemas.microsoft.com/office/drawing/2014/main" id="{3301DFF6-EA7D-EE72-1A6C-E98564952CB3}"/>
                    </a:ext>
                  </a:extLst>
                </p:cNvPr>
                <p:cNvGrpSpPr/>
                <p:nvPr/>
              </p:nvGrpSpPr>
              <p:grpSpPr>
                <a:xfrm>
                  <a:off x="8058611" y="1723432"/>
                  <a:ext cx="2989508" cy="1891561"/>
                  <a:chOff x="4917853" y="1979621"/>
                  <a:chExt cx="3778186" cy="2032885"/>
                </a:xfrm>
              </p:grpSpPr>
              <p:pic>
                <p:nvPicPr>
                  <p:cNvPr id="48" name="Google Shape;343;p8">
                    <a:extLst>
                      <a:ext uri="{FF2B5EF4-FFF2-40B4-BE49-F238E27FC236}">
                        <a16:creationId xmlns:a16="http://schemas.microsoft.com/office/drawing/2014/main" id="{6EF39B3F-DE1A-814E-C6FA-99AABB424B68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10"/>
                  <a:srcRect l="4529" b="8230"/>
                  <a:stretch>
                    <a:fillRect/>
                  </a:stretch>
                </p:blipFill>
                <p:spPr>
                  <a:xfrm>
                    <a:off x="4917853" y="1979621"/>
                    <a:ext cx="3778186" cy="2032885"/>
                  </a:xfrm>
                  <a:prstGeom prst="rect">
                    <a:avLst/>
                  </a:prstGeom>
                </p:spPr>
              </p:pic>
              <p:cxnSp>
                <p:nvCxnSpPr>
                  <p:cNvPr id="49" name="Google Shape;345;p8">
                    <a:extLst>
                      <a:ext uri="{FF2B5EF4-FFF2-40B4-BE49-F238E27FC236}">
                        <a16:creationId xmlns:a16="http://schemas.microsoft.com/office/drawing/2014/main" id="{B8FA1EF0-2E5D-3469-A38E-6C6F3CC3EE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31630" y="2460337"/>
                    <a:ext cx="1146123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ysDot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" name="Google Shape;346;p8">
                    <a:extLst>
                      <a:ext uri="{FF2B5EF4-FFF2-40B4-BE49-F238E27FC236}">
                        <a16:creationId xmlns:a16="http://schemas.microsoft.com/office/drawing/2014/main" id="{BDBB4EA5-9BCD-405F-846F-7E0CF77042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31630" y="3389928"/>
                    <a:ext cx="1146123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ysDot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1" name="Google Shape;347;p8">
                    <a:extLst>
                      <a:ext uri="{FF2B5EF4-FFF2-40B4-BE49-F238E27FC236}">
                        <a16:creationId xmlns:a16="http://schemas.microsoft.com/office/drawing/2014/main" id="{48D556C0-42FA-7F1E-F07B-A8089373A99E}"/>
                      </a:ext>
                    </a:extLst>
                  </p:cNvPr>
                  <p:cNvCxnSpPr/>
                  <p:nvPr/>
                </p:nvCxnSpPr>
                <p:spPr>
                  <a:xfrm>
                    <a:off x="6177753" y="2460337"/>
                    <a:ext cx="0" cy="929591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triangle" w="sm" len="sm"/>
                    <a:tailEnd type="triangle" w="sm" len="sm"/>
                  </a:ln>
                </p:spPr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E55183AF-A75A-8653-65C9-21E8AE696895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6242469" y="2314013"/>
                      <a:ext cx="3012445" cy="7390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600" i="1" dirty="0" smtClean="0">
                                <a:latin typeface="Cambria Math" panose="02040503050406030204" pitchFamily="18" charset="0"/>
                              </a:rPr>
                              <m:t>𝑃𝑟𝑖𝑛𝑐𝑖𝑝𝑎𝑙</m:t>
                            </m:r>
                            <m:r>
                              <a:rPr lang="en-US" sz="6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600" i="1" dirty="0" smtClean="0">
                                <a:latin typeface="Cambria Math" panose="02040503050406030204" pitchFamily="18" charset="0"/>
                              </a:rPr>
                              <m:t>𝑠𝑡𝑟𝑒𝑠𝑠</m:t>
                            </m:r>
                            <m:r>
                              <a:rPr lang="en-US" sz="600" i="1" dirty="0" smtClean="0">
                                <a:latin typeface="Cambria Math" panose="02040503050406030204" pitchFamily="18" charset="0"/>
                              </a:rPr>
                              <m:t> [</m:t>
                            </m:r>
                            <m:f>
                              <m:fPr>
                                <m:ctrlPr>
                                  <a:rPr lang="en-US" sz="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600" b="0" i="1" dirty="0" smtClean="0">
                                    <a:latin typeface="Cambria Math" panose="02040503050406030204" pitchFamily="18" charset="0"/>
                                  </a:rPr>
                                  <m:t>𝑑𝑦𝑛</m:t>
                                </m:r>
                              </m:num>
                              <m:den>
                                <m:r>
                                  <a:rPr lang="en-US" sz="6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sSup>
                                  <m:sSupPr>
                                    <m:ctrlPr>
                                      <a:rPr lang="en-US" sz="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600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sz="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sz="600" b="0" i="1" dirty="0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oMath>
                        </m:oMathPara>
                      </a14:m>
                      <a:endParaRPr sz="1600" dirty="0"/>
                    </a:p>
                  </p:txBody>
                </p:sp>
              </mc:Choice>
              <mc:Fallback xmlns="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E55183AF-A75A-8653-65C9-21E8AE6968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6242469" y="2314013"/>
                      <a:ext cx="3012445" cy="73907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EFD93906-8B58-F36B-2C70-68BADEEA80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90291" y="3483444"/>
                      <a:ext cx="1660696" cy="50519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60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600" b="0" i="1" dirty="0" smtClean="0">
                                <a:latin typeface="Cambria Math" panose="02040503050406030204" pitchFamily="18" charset="0"/>
                              </a:rPr>
                              <m:t>𝑖𝑚𝑒</m:t>
                            </m:r>
                            <m:r>
                              <a:rPr lang="en-US" sz="600" b="0" i="1" dirty="0" smtClean="0">
                                <a:latin typeface="Cambria Math" panose="02040503050406030204" pitchFamily="18" charset="0"/>
                              </a:rPr>
                              <m:t> [</m:t>
                            </m:r>
                            <m:r>
                              <a:rPr lang="en-US" sz="6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600" b="0" i="1" dirty="0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oMath>
                        </m:oMathPara>
                      </a14:m>
                      <a:endParaRPr sz="1400" dirty="0"/>
                    </a:p>
                  </p:txBody>
                </p:sp>
              </mc:Choice>
              <mc:Fallback xmlns="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EFD93906-8B58-F36B-2C70-68BADEEA80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90291" y="3483444"/>
                      <a:ext cx="1660696" cy="505193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67208022-D099-DE07-C439-1B01247245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84598" y="1712580"/>
                      <a:ext cx="1744905" cy="61570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𝑝𝑒𝑎𝑘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67208022-D099-DE07-C439-1B01247245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84598" y="1712580"/>
                      <a:ext cx="1744905" cy="615705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A8BA4397-1EAB-E817-139F-7115FFB8FA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80270" y="2372937"/>
                      <a:ext cx="1153145" cy="58939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A8BA4397-1EAB-E817-139F-7115FFB8FA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80270" y="2372937"/>
                      <a:ext cx="1153145" cy="58939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30D2AE5-03A6-05C8-BCC7-C210ACF62697}"/>
                  </a:ext>
                </a:extLst>
              </p:cNvPr>
              <p:cNvSpPr/>
              <p:nvPr/>
            </p:nvSpPr>
            <p:spPr>
              <a:xfrm>
                <a:off x="8415875" y="2732949"/>
                <a:ext cx="1762881" cy="703150"/>
              </a:xfrm>
              <a:custGeom>
                <a:avLst/>
                <a:gdLst>
                  <a:gd name="csX0" fmla="*/ 710419 w 2855742"/>
                  <a:gd name="csY0" fmla="*/ 1118382 h 1118382"/>
                  <a:gd name="csX1" fmla="*/ 0 w 2855742"/>
                  <a:gd name="csY1" fmla="*/ 0 h 1118382"/>
                  <a:gd name="csX2" fmla="*/ 2855742 w 2855742"/>
                  <a:gd name="csY2" fmla="*/ 0 h 1118382"/>
                  <a:gd name="csX3" fmla="*/ 942536 w 2855742"/>
                  <a:gd name="csY3" fmla="*/ 1118382 h 1118382"/>
                  <a:gd name="csX4" fmla="*/ 710419 w 2855742"/>
                  <a:gd name="csY4" fmla="*/ 1118382 h 11183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855742" h="1118382">
                    <a:moveTo>
                      <a:pt x="710419" y="1118382"/>
                    </a:moveTo>
                    <a:lnTo>
                      <a:pt x="0" y="0"/>
                    </a:lnTo>
                    <a:lnTo>
                      <a:pt x="2855742" y="0"/>
                    </a:lnTo>
                    <a:lnTo>
                      <a:pt x="942536" y="1118382"/>
                    </a:lnTo>
                    <a:lnTo>
                      <a:pt x="710419" y="1118382"/>
                    </a:lnTo>
                    <a:close/>
                  </a:path>
                </a:pathLst>
              </a:custGeom>
              <a:gradFill>
                <a:gsLst>
                  <a:gs pos="37000">
                    <a:schemeClr val="bg1">
                      <a:lumMod val="85000"/>
                      <a:alpha val="50000"/>
                    </a:schemeClr>
                  </a:gs>
                  <a:gs pos="0">
                    <a:schemeClr val="bg1">
                      <a:alpha val="30000"/>
                      <a:lumMod val="26000"/>
                      <a:lumOff val="74000"/>
                    </a:schemeClr>
                  </a:gs>
                  <a:gs pos="74000">
                    <a:schemeClr val="bg1">
                      <a:lumMod val="85000"/>
                      <a:alpha val="50000"/>
                    </a:schemeClr>
                  </a:gs>
                  <a:gs pos="100000">
                    <a:schemeClr val="bg1">
                      <a:lumMod val="65000"/>
                      <a:alpha val="5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57" name="Google Shape;2016;p45">
              <a:extLst>
                <a:ext uri="{FF2B5EF4-FFF2-40B4-BE49-F238E27FC236}">
                  <a16:creationId xmlns:a16="http://schemas.microsoft.com/office/drawing/2014/main" id="{A062E3FD-3DD6-7BC0-5DC4-2ED90588EEE8}"/>
                </a:ext>
              </a:extLst>
            </p:cNvPr>
            <p:cNvSpPr txBox="1"/>
            <p:nvPr/>
          </p:nvSpPr>
          <p:spPr>
            <a:xfrm>
              <a:off x="465302" y="791041"/>
              <a:ext cx="1854487" cy="2769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2">
                      <a:lumMod val="50000"/>
                    </a:schemeClr>
                  </a:solidFill>
                  <a:latin typeface="Aptos" panose="020B0004020202020204" pitchFamily="34" charset="0"/>
                  <a:ea typeface="Arial"/>
                  <a:cs typeface="Arial"/>
                  <a:sym typeface="Arial"/>
                </a:rPr>
                <a:t>Step 1. Create data set</a:t>
              </a:r>
              <a:endParaRPr sz="1000" b="1"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DD8BF1-59E7-DDEC-00D0-A1B941AD1AEE}"/>
                </a:ext>
              </a:extLst>
            </p:cNvPr>
            <p:cNvGrpSpPr/>
            <p:nvPr/>
          </p:nvGrpSpPr>
          <p:grpSpPr>
            <a:xfrm>
              <a:off x="478275" y="4819382"/>
              <a:ext cx="6085173" cy="1067036"/>
              <a:chOff x="478275" y="3643976"/>
              <a:chExt cx="6085173" cy="1067036"/>
            </a:xfrm>
          </p:grpSpPr>
          <p:sp>
            <p:nvSpPr>
              <p:cNvPr id="59" name="Google Shape;1992;p45">
                <a:extLst>
                  <a:ext uri="{FF2B5EF4-FFF2-40B4-BE49-F238E27FC236}">
                    <a16:creationId xmlns:a16="http://schemas.microsoft.com/office/drawing/2014/main" id="{A43C8D03-00B5-6F68-ACBC-2CFAE2ABFA70}"/>
                  </a:ext>
                </a:extLst>
              </p:cNvPr>
              <p:cNvSpPr/>
              <p:nvPr/>
            </p:nvSpPr>
            <p:spPr>
              <a:xfrm>
                <a:off x="487060" y="3658162"/>
                <a:ext cx="6076388" cy="105285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  <p:txBody>
              <a:bodyPr spcFirstLastPara="1" wrap="square" lIns="94900" tIns="94900" rIns="94900" bIns="9490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90"/>
                </a:pPr>
                <a:endParaRPr sz="100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2018;p45">
                <a:extLst>
                  <a:ext uri="{FF2B5EF4-FFF2-40B4-BE49-F238E27FC236}">
                    <a16:creationId xmlns:a16="http://schemas.microsoft.com/office/drawing/2014/main" id="{569A1004-CDBF-D3DF-CE1F-422427A7BBC0}"/>
                  </a:ext>
                </a:extLst>
              </p:cNvPr>
              <p:cNvSpPr/>
              <p:nvPr/>
            </p:nvSpPr>
            <p:spPr>
              <a:xfrm>
                <a:off x="2321067" y="3989890"/>
                <a:ext cx="2510455" cy="236919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>
                <a:gsLst>
                  <a:gs pos="0">
                    <a:srgbClr val="BBBBBB"/>
                  </a:gs>
                  <a:gs pos="35000">
                    <a:srgbClr val="CFCFCF"/>
                  </a:gs>
                  <a:gs pos="100000">
                    <a:srgbClr val="EDEDED"/>
                  </a:gs>
                </a:gsLst>
                <a:lin ang="16200000" scaled="0"/>
              </a:gradFill>
              <a:ln w="9525" cap="flat" cmpd="sng">
                <a:solidFill>
                  <a:srgbClr val="20202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algn="ctr"/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81BE5C2A-531D-E48C-0CCE-D035FA8CBCF2}"/>
                  </a:ext>
                </a:extLst>
              </p:cNvPr>
              <p:cNvGrpSpPr/>
              <p:nvPr/>
            </p:nvGrpSpPr>
            <p:grpSpPr>
              <a:xfrm>
                <a:off x="590198" y="3948006"/>
                <a:ext cx="1768187" cy="714049"/>
                <a:chOff x="872229" y="3504199"/>
                <a:chExt cx="1503498" cy="606447"/>
              </a:xfrm>
            </p:grpSpPr>
            <p:grpSp>
              <p:nvGrpSpPr>
                <p:cNvPr id="62" name="Google Shape;2020;p45">
                  <a:extLst>
                    <a:ext uri="{FF2B5EF4-FFF2-40B4-BE49-F238E27FC236}">
                      <a16:creationId xmlns:a16="http://schemas.microsoft.com/office/drawing/2014/main" id="{9D7D4AEB-5FFD-DCE1-9478-A2E729C8D998}"/>
                    </a:ext>
                  </a:extLst>
                </p:cNvPr>
                <p:cNvGrpSpPr/>
                <p:nvPr/>
              </p:nvGrpSpPr>
              <p:grpSpPr>
                <a:xfrm>
                  <a:off x="1023322" y="3504199"/>
                  <a:ext cx="1099569" cy="396794"/>
                  <a:chOff x="481696" y="4133788"/>
                  <a:chExt cx="2473843" cy="795283"/>
                </a:xfrm>
              </p:grpSpPr>
              <p:grpSp>
                <p:nvGrpSpPr>
                  <p:cNvPr id="122" name="Google Shape;2021;p45">
                    <a:extLst>
                      <a:ext uri="{FF2B5EF4-FFF2-40B4-BE49-F238E27FC236}">
                        <a16:creationId xmlns:a16="http://schemas.microsoft.com/office/drawing/2014/main" id="{1C1FBDA9-9DE8-ED8E-ADED-00B0D227976F}"/>
                      </a:ext>
                    </a:extLst>
                  </p:cNvPr>
                  <p:cNvGrpSpPr/>
                  <p:nvPr/>
                </p:nvGrpSpPr>
                <p:grpSpPr>
                  <a:xfrm>
                    <a:off x="481696" y="4133788"/>
                    <a:ext cx="695501" cy="515830"/>
                    <a:chOff x="622039" y="4201631"/>
                    <a:chExt cx="695501" cy="515830"/>
                  </a:xfrm>
                </p:grpSpPr>
                <p:pic>
                  <p:nvPicPr>
                    <p:cNvPr id="136" name="Google Shape;2022;p45">
                      <a:extLst>
                        <a:ext uri="{FF2B5EF4-FFF2-40B4-BE49-F238E27FC236}">
                          <a16:creationId xmlns:a16="http://schemas.microsoft.com/office/drawing/2014/main" id="{2AD4919E-A0C3-D676-BD2E-3CAFE36B00C6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15">
                      <a:alphaModFix/>
                    </a:blip>
                    <a:srcRect/>
                    <a:stretch/>
                  </p:blipFill>
                  <p:spPr>
                    <a:xfrm>
                      <a:off x="622039" y="4201631"/>
                      <a:ext cx="695501" cy="5158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137" name="Google Shape;2023;p45">
                      <a:extLst>
                        <a:ext uri="{FF2B5EF4-FFF2-40B4-BE49-F238E27FC236}">
                          <a16:creationId xmlns:a16="http://schemas.microsoft.com/office/drawing/2014/main" id="{08559E1D-731A-0551-E171-E9B21B886F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544" y="4532425"/>
                      <a:ext cx="203453" cy="152434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121900" tIns="60933" rIns="121900" bIns="60933" anchor="ctr" anchorCtr="0">
                      <a:noAutofit/>
                    </a:bodyPr>
                    <a:lstStyle/>
                    <a:p>
                      <a:pPr algn="ctr"/>
                      <a:endParaRPr sz="10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23" name="Google Shape;2024;p45">
                    <a:extLst>
                      <a:ext uri="{FF2B5EF4-FFF2-40B4-BE49-F238E27FC236}">
                        <a16:creationId xmlns:a16="http://schemas.microsoft.com/office/drawing/2014/main" id="{9D81FA5A-AB38-D027-1F70-7C0D56B86815}"/>
                      </a:ext>
                    </a:extLst>
                  </p:cNvPr>
                  <p:cNvSpPr txBox="1"/>
                  <p:nvPr/>
                </p:nvSpPr>
                <p:spPr>
                  <a:xfrm>
                    <a:off x="652548" y="4605399"/>
                    <a:ext cx="419514" cy="307777"/>
                  </a:xfrm>
                  <a:prstGeom prst="rect">
                    <a:avLst/>
                  </a:prstGeom>
                  <a:blipFill rotWithShape="1">
                    <a:blip r:embed="rId16">
                      <a:alphaModFix/>
                    </a:blip>
                    <a:stretch>
                      <a:fillRect b="-4255"/>
                    </a:stretch>
                  </a:blipFill>
                  <a:ln>
                    <a:noFill/>
                  </a:ln>
                </p:spPr>
                <p:txBody>
                  <a:bodyPr spcFirstLastPara="1" wrap="square" lIns="121900" tIns="60933" rIns="121900" bIns="60933" anchor="t" anchorCtr="0">
                    <a:noAutofit/>
                  </a:bodyPr>
                  <a:lstStyle/>
                  <a:p>
                    <a:r>
                      <a:rPr lang="en-US" sz="1000">
                        <a:latin typeface="Arial"/>
                        <a:ea typeface="Arial"/>
                        <a:cs typeface="Arial"/>
                        <a:sym typeface="Arial"/>
                      </a:rPr>
                      <a:t> </a:t>
                    </a:r>
                    <a:endParaRPr sz="1000"/>
                  </a:p>
                </p:txBody>
              </p:sp>
              <p:sp>
                <p:nvSpPr>
                  <p:cNvPr id="124" name="Google Shape;2025;p45">
                    <a:extLst>
                      <a:ext uri="{FF2B5EF4-FFF2-40B4-BE49-F238E27FC236}">
                        <a16:creationId xmlns:a16="http://schemas.microsoft.com/office/drawing/2014/main" id="{2A40609D-8956-F38D-40F0-0E11A0DB9BFF}"/>
                      </a:ext>
                    </a:extLst>
                  </p:cNvPr>
                  <p:cNvSpPr txBox="1"/>
                  <p:nvPr/>
                </p:nvSpPr>
                <p:spPr>
                  <a:xfrm>
                    <a:off x="1957827" y="4246193"/>
                    <a:ext cx="346129" cy="307777"/>
                  </a:xfrm>
                  <a:prstGeom prst="rect">
                    <a:avLst/>
                  </a:prstGeom>
                  <a:blipFill rotWithShape="1">
                    <a:blip r:embed="rId17">
                      <a:alphaModFix/>
                    </a:blip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 spcFirstLastPara="1" wrap="square" lIns="121900" tIns="60933" rIns="121900" bIns="60933" anchor="t" anchorCtr="0">
                    <a:noAutofit/>
                  </a:bodyPr>
                  <a:lstStyle/>
                  <a:p>
                    <a:r>
                      <a:rPr lang="en-US" sz="1000">
                        <a:latin typeface="Arial"/>
                        <a:ea typeface="Arial"/>
                        <a:cs typeface="Arial"/>
                        <a:sym typeface="Arial"/>
                      </a:rPr>
                      <a:t> </a:t>
                    </a:r>
                    <a:endParaRPr sz="1000"/>
                  </a:p>
                </p:txBody>
              </p:sp>
              <p:grpSp>
                <p:nvGrpSpPr>
                  <p:cNvPr id="125" name="Google Shape;2026;p45">
                    <a:extLst>
                      <a:ext uri="{FF2B5EF4-FFF2-40B4-BE49-F238E27FC236}">
                        <a16:creationId xmlns:a16="http://schemas.microsoft.com/office/drawing/2014/main" id="{A77A91A3-2448-8161-8975-08D03056EFC1}"/>
                      </a:ext>
                    </a:extLst>
                  </p:cNvPr>
                  <p:cNvGrpSpPr/>
                  <p:nvPr/>
                </p:nvGrpSpPr>
                <p:grpSpPr>
                  <a:xfrm>
                    <a:off x="2260038" y="4133788"/>
                    <a:ext cx="695501" cy="515830"/>
                    <a:chOff x="622039" y="4201631"/>
                    <a:chExt cx="695501" cy="515830"/>
                  </a:xfrm>
                </p:grpSpPr>
                <p:pic>
                  <p:nvPicPr>
                    <p:cNvPr id="134" name="Google Shape;2027;p45">
                      <a:extLst>
                        <a:ext uri="{FF2B5EF4-FFF2-40B4-BE49-F238E27FC236}">
                          <a16:creationId xmlns:a16="http://schemas.microsoft.com/office/drawing/2014/main" id="{1142B70D-F159-A711-CFF2-30731A8D1DE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15">
                      <a:alphaModFix/>
                    </a:blip>
                    <a:srcRect/>
                    <a:stretch/>
                  </p:blipFill>
                  <p:spPr>
                    <a:xfrm>
                      <a:off x="622039" y="4201631"/>
                      <a:ext cx="695501" cy="5158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135" name="Google Shape;2028;p45">
                      <a:extLst>
                        <a:ext uri="{FF2B5EF4-FFF2-40B4-BE49-F238E27FC236}">
                          <a16:creationId xmlns:a16="http://schemas.microsoft.com/office/drawing/2014/main" id="{BAF7DC05-C3E2-D024-5D1E-C2B0729FD0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544" y="4532425"/>
                      <a:ext cx="203453" cy="152434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121900" tIns="60933" rIns="121900" bIns="60933" anchor="ctr" anchorCtr="0">
                      <a:noAutofit/>
                    </a:bodyPr>
                    <a:lstStyle/>
                    <a:p>
                      <a:pPr algn="ctr"/>
                      <a:endParaRPr sz="10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26" name="Google Shape;2029;p45">
                    <a:extLst>
                      <a:ext uri="{FF2B5EF4-FFF2-40B4-BE49-F238E27FC236}">
                        <a16:creationId xmlns:a16="http://schemas.microsoft.com/office/drawing/2014/main" id="{D29BC139-7F59-FC3B-CFBB-C5F542A56C39}"/>
                      </a:ext>
                    </a:extLst>
                  </p:cNvPr>
                  <p:cNvSpPr txBox="1"/>
                  <p:nvPr/>
                </p:nvSpPr>
                <p:spPr>
                  <a:xfrm>
                    <a:off x="2443881" y="4621294"/>
                    <a:ext cx="419514" cy="307777"/>
                  </a:xfrm>
                  <a:prstGeom prst="rect">
                    <a:avLst/>
                  </a:prstGeom>
                  <a:blipFill rotWithShape="1">
                    <a:blip r:embed="rId18">
                      <a:alphaModFix/>
                    </a:blip>
                    <a:stretch>
                      <a:fillRect b="-4255"/>
                    </a:stretch>
                  </a:blipFill>
                  <a:ln>
                    <a:noFill/>
                  </a:ln>
                </p:spPr>
                <p:txBody>
                  <a:bodyPr spcFirstLastPara="1" wrap="square" lIns="121900" tIns="60933" rIns="121900" bIns="60933" anchor="t" anchorCtr="0">
                    <a:noAutofit/>
                  </a:bodyPr>
                  <a:lstStyle/>
                  <a:p>
                    <a:r>
                      <a:rPr lang="en-US" sz="1000">
                        <a:latin typeface="Arial"/>
                        <a:ea typeface="Arial"/>
                        <a:cs typeface="Arial"/>
                        <a:sym typeface="Arial"/>
                      </a:rPr>
                      <a:t> </a:t>
                    </a:r>
                    <a:endParaRPr sz="1000"/>
                  </a:p>
                </p:txBody>
              </p:sp>
              <p:cxnSp>
                <p:nvCxnSpPr>
                  <p:cNvPr id="127" name="Google Shape;2030;p45">
                    <a:extLst>
                      <a:ext uri="{FF2B5EF4-FFF2-40B4-BE49-F238E27FC236}">
                        <a16:creationId xmlns:a16="http://schemas.microsoft.com/office/drawing/2014/main" id="{E1774B78-73BE-A6B8-A5B1-2592B52DACAF}"/>
                      </a:ext>
                    </a:extLst>
                  </p:cNvPr>
                  <p:cNvCxnSpPr/>
                  <p:nvPr/>
                </p:nvCxnSpPr>
                <p:spPr>
                  <a:xfrm>
                    <a:off x="1374042" y="4605399"/>
                    <a:ext cx="419514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accent2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28" name="Google Shape;2031;p45">
                    <a:extLst>
                      <a:ext uri="{FF2B5EF4-FFF2-40B4-BE49-F238E27FC236}">
                        <a16:creationId xmlns:a16="http://schemas.microsoft.com/office/drawing/2014/main" id="{E020DAF4-F240-EB72-C372-F4498437C820}"/>
                      </a:ext>
                    </a:extLst>
                  </p:cNvPr>
                  <p:cNvSpPr/>
                  <p:nvPr/>
                </p:nvSpPr>
                <p:spPr>
                  <a:xfrm>
                    <a:off x="1282541" y="4491071"/>
                    <a:ext cx="643199" cy="248808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 algn="ctr"/>
                    <a:endParaRPr sz="10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30" name="Google Shape;2032;p45">
                    <a:extLst>
                      <a:ext uri="{FF2B5EF4-FFF2-40B4-BE49-F238E27FC236}">
                        <a16:creationId xmlns:a16="http://schemas.microsoft.com/office/drawing/2014/main" id="{15F6D136-6BAD-3CC5-D39C-B2B2DCE29CEE}"/>
                      </a:ext>
                    </a:extLst>
                  </p:cNvPr>
                  <p:cNvGrpSpPr/>
                  <p:nvPr/>
                </p:nvGrpSpPr>
                <p:grpSpPr>
                  <a:xfrm>
                    <a:off x="1251881" y="4137499"/>
                    <a:ext cx="695501" cy="515830"/>
                    <a:chOff x="622039" y="4201631"/>
                    <a:chExt cx="695501" cy="515830"/>
                  </a:xfrm>
                </p:grpSpPr>
                <p:pic>
                  <p:nvPicPr>
                    <p:cNvPr id="132" name="Google Shape;2033;p45">
                      <a:extLst>
                        <a:ext uri="{FF2B5EF4-FFF2-40B4-BE49-F238E27FC236}">
                          <a16:creationId xmlns:a16="http://schemas.microsoft.com/office/drawing/2014/main" id="{09D385EA-8444-CA6A-BC88-8BC40A0BC89E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15">
                      <a:alphaModFix/>
                    </a:blip>
                    <a:srcRect/>
                    <a:stretch/>
                  </p:blipFill>
                  <p:spPr>
                    <a:xfrm>
                      <a:off x="622039" y="4201631"/>
                      <a:ext cx="695501" cy="5158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133" name="Google Shape;2034;p45">
                      <a:extLst>
                        <a:ext uri="{FF2B5EF4-FFF2-40B4-BE49-F238E27FC236}">
                          <a16:creationId xmlns:a16="http://schemas.microsoft.com/office/drawing/2014/main" id="{8ED21030-E003-D587-A493-3E6A9F459D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544" y="4532425"/>
                      <a:ext cx="203453" cy="152434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121900" tIns="60933" rIns="121900" bIns="60933" anchor="ctr" anchorCtr="0">
                      <a:noAutofit/>
                    </a:bodyPr>
                    <a:lstStyle/>
                    <a:p>
                      <a:pPr algn="ctr"/>
                      <a:endParaRPr sz="10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31" name="Google Shape;2035;p45">
                    <a:extLst>
                      <a:ext uri="{FF2B5EF4-FFF2-40B4-BE49-F238E27FC236}">
                        <a16:creationId xmlns:a16="http://schemas.microsoft.com/office/drawing/2014/main" id="{42D1EB40-82E7-F74C-A695-15678325B38D}"/>
                      </a:ext>
                    </a:extLst>
                  </p:cNvPr>
                  <p:cNvSpPr txBox="1"/>
                  <p:nvPr/>
                </p:nvSpPr>
                <p:spPr>
                  <a:xfrm>
                    <a:off x="1413556" y="4621294"/>
                    <a:ext cx="419514" cy="307777"/>
                  </a:xfrm>
                  <a:prstGeom prst="rect">
                    <a:avLst/>
                  </a:prstGeom>
                  <a:blipFill rotWithShape="1">
                    <a:blip r:embed="rId19">
                      <a:alphaModFix/>
                    </a:blip>
                    <a:stretch>
                      <a:fillRect b="-4255"/>
                    </a:stretch>
                  </a:blipFill>
                  <a:ln>
                    <a:noFill/>
                  </a:ln>
                </p:spPr>
                <p:txBody>
                  <a:bodyPr spcFirstLastPara="1" wrap="square" lIns="121900" tIns="60933" rIns="121900" bIns="60933" anchor="t" anchorCtr="0">
                    <a:noAutofit/>
                  </a:bodyPr>
                  <a:lstStyle/>
                  <a:p>
                    <a:r>
                      <a:rPr lang="en-US" sz="1000">
                        <a:latin typeface="Arial"/>
                        <a:ea typeface="Arial"/>
                        <a:cs typeface="Arial"/>
                        <a:sym typeface="Arial"/>
                      </a:rPr>
                      <a:t> </a:t>
                    </a:r>
                    <a:endParaRPr sz="1000"/>
                  </a:p>
                </p:txBody>
              </p:sp>
            </p:grpSp>
            <p:sp>
              <p:nvSpPr>
                <p:cNvPr id="65" name="Google Shape;2016;p45">
                  <a:extLst>
                    <a:ext uri="{FF2B5EF4-FFF2-40B4-BE49-F238E27FC236}">
                      <a16:creationId xmlns:a16="http://schemas.microsoft.com/office/drawing/2014/main" id="{E1256EE1-4854-E499-AAF5-9AA876F98B88}"/>
                    </a:ext>
                  </a:extLst>
                </p:cNvPr>
                <p:cNvSpPr txBox="1"/>
                <p:nvPr/>
              </p:nvSpPr>
              <p:spPr>
                <a:xfrm>
                  <a:off x="872229" y="3875830"/>
                  <a:ext cx="1503498" cy="2348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60933" rIns="121900" bIns="60933" anchor="t" anchorCtr="0">
                  <a:spAutoFit/>
                </a:bodyPr>
                <a:lstStyle/>
                <a:p>
                  <a:pPr algn="ctr"/>
                  <a:r>
                    <a:rPr lang="en-US" sz="1000" b="1" dirty="0">
                      <a:solidFill>
                        <a:srgbClr val="000000"/>
                      </a:solidFill>
                      <a:latin typeface="Aptos" panose="020B0004020202020204" pitchFamily="34" charset="0"/>
                      <a:ea typeface="Arial"/>
                      <a:cs typeface="Arial"/>
                      <a:sym typeface="Arial"/>
                    </a:rPr>
                    <a:t>Input Parameters</a:t>
                  </a:r>
                  <a:endParaRPr sz="1000" b="1" dirty="0">
                    <a:latin typeface="Aptos" panose="020B0004020202020204" pitchFamily="34" charset="0"/>
                  </a:endParaRPr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E3FB97AC-40DC-320D-303E-6F5CB1E890CE}"/>
                  </a:ext>
                </a:extLst>
              </p:cNvPr>
              <p:cNvGrpSpPr/>
              <p:nvPr/>
            </p:nvGrpSpPr>
            <p:grpSpPr>
              <a:xfrm>
                <a:off x="4633072" y="3754429"/>
                <a:ext cx="1768187" cy="900989"/>
                <a:chOff x="4329165" y="3328319"/>
                <a:chExt cx="1503498" cy="765217"/>
              </a:xfrm>
            </p:grpSpPr>
            <p:pic>
              <p:nvPicPr>
                <p:cNvPr id="60" name="Google Shape;2017;p45">
                  <a:extLst>
                    <a:ext uri="{FF2B5EF4-FFF2-40B4-BE49-F238E27FC236}">
                      <a16:creationId xmlns:a16="http://schemas.microsoft.com/office/drawing/2014/main" id="{97464D19-8943-8F3A-7DC8-29EFB30B336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/>
                <a:stretch/>
              </p:blipFill>
              <p:spPr>
                <a:xfrm>
                  <a:off x="4820814" y="3328319"/>
                  <a:ext cx="519738" cy="545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7" name="Google Shape;2016;p45">
                  <a:extLst>
                    <a:ext uri="{FF2B5EF4-FFF2-40B4-BE49-F238E27FC236}">
                      <a16:creationId xmlns:a16="http://schemas.microsoft.com/office/drawing/2014/main" id="{792789E1-0C7D-786F-FFD0-0FF7432A27C1}"/>
                    </a:ext>
                  </a:extLst>
                </p:cNvPr>
                <p:cNvSpPr txBox="1"/>
                <p:nvPr/>
              </p:nvSpPr>
              <p:spPr>
                <a:xfrm>
                  <a:off x="4329165" y="3858721"/>
                  <a:ext cx="1503498" cy="2348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60933" rIns="121900" bIns="60933" anchor="t" anchorCtr="0">
                  <a:spAutoFit/>
                </a:bodyPr>
                <a:lstStyle/>
                <a:p>
                  <a:pPr algn="ctr"/>
                  <a:r>
                    <a:rPr lang="en-US" sz="1000" b="1" dirty="0">
                      <a:solidFill>
                        <a:srgbClr val="000000"/>
                      </a:solidFill>
                      <a:latin typeface="Aptos" panose="020B0004020202020204" pitchFamily="34" charset="0"/>
                      <a:ea typeface="Arial"/>
                      <a:cs typeface="Arial"/>
                      <a:sym typeface="Arial"/>
                    </a:rPr>
                    <a:t>Sensitivity Analysis</a:t>
                  </a:r>
                  <a:endParaRPr sz="1000" b="1" dirty="0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118" name="Google Shape;2016;p45">
                <a:extLst>
                  <a:ext uri="{FF2B5EF4-FFF2-40B4-BE49-F238E27FC236}">
                    <a16:creationId xmlns:a16="http://schemas.microsoft.com/office/drawing/2014/main" id="{E766126F-EDB5-502C-9638-4DE3D812DC4F}"/>
                  </a:ext>
                </a:extLst>
              </p:cNvPr>
              <p:cNvSpPr txBox="1"/>
              <p:nvPr/>
            </p:nvSpPr>
            <p:spPr>
              <a:xfrm>
                <a:off x="2623722" y="4378940"/>
                <a:ext cx="1768187" cy="2764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rgbClr val="000000"/>
                    </a:solidFill>
                    <a:latin typeface="Aptos" panose="020B0004020202020204" pitchFamily="34" charset="0"/>
                    <a:ea typeface="Arial"/>
                    <a:cs typeface="Arial"/>
                    <a:sym typeface="Arial"/>
                  </a:rPr>
                  <a:t>Surrogate Model</a:t>
                </a:r>
                <a:endParaRPr sz="1000" b="1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21" name="Google Shape;2016;p45">
                <a:extLst>
                  <a:ext uri="{FF2B5EF4-FFF2-40B4-BE49-F238E27FC236}">
                    <a16:creationId xmlns:a16="http://schemas.microsoft.com/office/drawing/2014/main" id="{38F678D1-240D-D5B1-BDA1-0582E1EEF7E8}"/>
                  </a:ext>
                </a:extLst>
              </p:cNvPr>
              <p:cNvSpPr txBox="1"/>
              <p:nvPr/>
            </p:nvSpPr>
            <p:spPr>
              <a:xfrm>
                <a:off x="478275" y="3643976"/>
                <a:ext cx="3458192" cy="276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>
                <a:defPPr>
                  <a:defRPr lang="en-US"/>
                </a:defPPr>
                <a:lvl1pPr algn="ctr">
                  <a:defRPr sz="1100" b="1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  <a:ea typeface="Arial"/>
                    <a:cs typeface="Arial"/>
                  </a:defRPr>
                </a:lvl1pPr>
              </a:lstStyle>
              <a:p>
                <a:r>
                  <a:rPr lang="en-US" sz="1000" dirty="0">
                    <a:sym typeface="Arial"/>
                  </a:rPr>
                  <a:t>Step 3. Surrogate Model Training &amp; Sensitivity Analysis</a:t>
                </a:r>
                <a:endParaRPr sz="1000" dirty="0"/>
              </a:p>
            </p:txBody>
          </p:sp>
        </p:grpSp>
        <p:sp>
          <p:nvSpPr>
            <p:cNvPr id="3" name="Google Shape;1992;p45">
              <a:extLst>
                <a:ext uri="{FF2B5EF4-FFF2-40B4-BE49-F238E27FC236}">
                  <a16:creationId xmlns:a16="http://schemas.microsoft.com/office/drawing/2014/main" id="{6E6FA1E8-AE62-2951-62EC-DB808FBCC7FA}"/>
                </a:ext>
              </a:extLst>
            </p:cNvPr>
            <p:cNvSpPr/>
            <p:nvPr/>
          </p:nvSpPr>
          <p:spPr>
            <a:xfrm>
              <a:off x="491182" y="3574372"/>
              <a:ext cx="6076388" cy="1124656"/>
            </a:xfrm>
            <a:prstGeom prst="roundRect">
              <a:avLst>
                <a:gd name="adj" fmla="val 935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4900" tIns="94900" rIns="94900" bIns="94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90"/>
              </a:pPr>
              <a:endParaRPr sz="100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Google Shape;2016;p45">
              <a:extLst>
                <a:ext uri="{FF2B5EF4-FFF2-40B4-BE49-F238E27FC236}">
                  <a16:creationId xmlns:a16="http://schemas.microsoft.com/office/drawing/2014/main" id="{9DA878CD-8A0C-853C-17CD-957B34BEC119}"/>
                </a:ext>
              </a:extLst>
            </p:cNvPr>
            <p:cNvSpPr txBox="1"/>
            <p:nvPr/>
          </p:nvSpPr>
          <p:spPr>
            <a:xfrm>
              <a:off x="485542" y="3566234"/>
              <a:ext cx="3141519" cy="2769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tx2">
                      <a:lumMod val="50000"/>
                    </a:schemeClr>
                  </a:solidFill>
                  <a:latin typeface="Aptos" panose="020B0004020202020204" pitchFamily="34" charset="0"/>
                  <a:ea typeface="Arial"/>
                  <a:cs typeface="Arial"/>
                </a:defRPr>
              </a:lvl1pPr>
            </a:lstStyle>
            <a:p>
              <a:r>
                <a:rPr lang="en-US" sz="1000" dirty="0">
                  <a:sym typeface="Arial"/>
                </a:rPr>
                <a:t>Step 2. Rupture Vulnerability Index (VI) selection</a:t>
              </a:r>
              <a:endParaRPr sz="1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33AD11B-8780-4C0F-F8E6-711DE5713A3F}"/>
                    </a:ext>
                  </a:extLst>
                </p:cNvPr>
                <p:cNvSpPr txBox="1"/>
                <p:nvPr/>
              </p:nvSpPr>
              <p:spPr>
                <a:xfrm>
                  <a:off x="528226" y="3823163"/>
                  <a:ext cx="3031487" cy="3526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𝑉𝐼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𝑠𝑡𝑟𝑒𝑠𝑠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𝑠𝑡𝑟𝑒𝑛𝑔𝑡h</m:t>
                        </m:r>
                      </m:oMath>
                    </m:oMathPara>
                  </a14:m>
                  <a:endParaRPr lang="en-US" sz="8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𝑠𝑡𝑟𝑒𝑠𝑠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𝑃𝑆𝑆</m:t>
                            </m:r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∆</m:t>
                            </m:r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𝑃𝑆𝑆</m:t>
                            </m:r>
                          </m:e>
                        </m:d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𝑠𝑡𝑟𝑒𝑛𝑔𝑡h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bSup>
                          <m:sSubSup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𝑓𝑐</m:t>
                            </m:r>
                          </m:sub>
                          <m:sup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bSup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0.0, 0.5,1.0</m:t>
                            </m:r>
                          </m:e>
                        </m:d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33AD11B-8780-4C0F-F8E6-711DE5713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226" y="3823163"/>
                  <a:ext cx="3031487" cy="352661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EDBEFA6-CDAE-98AE-8BAE-965A648E1137}"/>
                </a:ext>
              </a:extLst>
            </p:cNvPr>
            <p:cNvGrpSpPr/>
            <p:nvPr/>
          </p:nvGrpSpPr>
          <p:grpSpPr>
            <a:xfrm>
              <a:off x="547210" y="4232912"/>
              <a:ext cx="5960608" cy="322879"/>
              <a:chOff x="560892" y="3803608"/>
              <a:chExt cx="5960608" cy="32287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Google Shape;1976;p45">
                    <a:extLst>
                      <a:ext uri="{FF2B5EF4-FFF2-40B4-BE49-F238E27FC236}">
                        <a16:creationId xmlns:a16="http://schemas.microsoft.com/office/drawing/2014/main" id="{00505866-37C1-8E06-9FB8-112D56A227D2}"/>
                      </a:ext>
                    </a:extLst>
                  </p:cNvPr>
                  <p:cNvSpPr/>
                  <p:nvPr/>
                </p:nvSpPr>
                <p:spPr>
                  <a:xfrm>
                    <a:off x="560892" y="3817013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rgbClr val="7F7F7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4900" tIns="94900" rIns="94900" bIns="9490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09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𝑉</m:t>
                          </m:r>
                          <m:sSub>
                            <m:sSubPr>
                              <m:ctrlP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=</m:t>
                          </m:r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𝑃𝑆𝑆</m:t>
                          </m:r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/</m:t>
                          </m:r>
                          <m:sSubSup>
                            <m:sSubSupPr>
                              <m:ctrlP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SupPr>
                            <m:e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𝑓𝑐</m:t>
                              </m:r>
                            </m:sub>
                            <m:sup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0.0</m:t>
                              </m:r>
                            </m:sup>
                          </m:sSubSup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7" name="Google Shape;1976;p45">
                    <a:extLst>
                      <a:ext uri="{FF2B5EF4-FFF2-40B4-BE49-F238E27FC236}">
                        <a16:creationId xmlns:a16="http://schemas.microsoft.com/office/drawing/2014/main" id="{00505866-37C1-8E06-9FB8-112D56A227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892" y="3817013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blipFill>
                    <a:blip r:embed="rId22"/>
                    <a:stretch>
                      <a:fillRect/>
                    </a:stretch>
                  </a:blipFill>
                  <a:ln w="12700" cap="flat" cmpd="sng">
                    <a:solidFill>
                      <a:srgbClr val="7F7F7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Google Shape;1976;p45">
                    <a:extLst>
                      <a:ext uri="{FF2B5EF4-FFF2-40B4-BE49-F238E27FC236}">
                        <a16:creationId xmlns:a16="http://schemas.microsoft.com/office/drawing/2014/main" id="{06F2BC70-14DF-61B0-802C-857AE3B72E96}"/>
                      </a:ext>
                    </a:extLst>
                  </p:cNvPr>
                  <p:cNvSpPr/>
                  <p:nvPr/>
                </p:nvSpPr>
                <p:spPr>
                  <a:xfrm>
                    <a:off x="1567155" y="3817013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rgbClr val="7F7F7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4900" tIns="94900" rIns="94900" bIns="9490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09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𝑉</m:t>
                          </m:r>
                          <m:sSub>
                            <m:sSubPr>
                              <m:ctrlP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=</m:t>
                          </m:r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𝑃𝑆𝑆</m:t>
                          </m:r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/</m:t>
                          </m:r>
                          <m:sSubSup>
                            <m:sSubSupPr>
                              <m:ctrlP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SupPr>
                            <m:e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𝑓𝑐</m:t>
                              </m:r>
                            </m:sub>
                            <m:sup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0.5</m:t>
                              </m:r>
                            </m:sup>
                          </m:sSubSup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66" name="Google Shape;1976;p45">
                    <a:extLst>
                      <a:ext uri="{FF2B5EF4-FFF2-40B4-BE49-F238E27FC236}">
                        <a16:creationId xmlns:a16="http://schemas.microsoft.com/office/drawing/2014/main" id="{06F2BC70-14DF-61B0-802C-857AE3B72E9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7155" y="3817013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blipFill>
                    <a:blip r:embed="rId23"/>
                    <a:stretch>
                      <a:fillRect/>
                    </a:stretch>
                  </a:blipFill>
                  <a:ln w="12700" cap="flat" cmpd="sng">
                    <a:solidFill>
                      <a:srgbClr val="7F7F7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Google Shape;1976;p45">
                    <a:extLst>
                      <a:ext uri="{FF2B5EF4-FFF2-40B4-BE49-F238E27FC236}">
                        <a16:creationId xmlns:a16="http://schemas.microsoft.com/office/drawing/2014/main" id="{8D05DF07-CE6C-0917-9ED5-687A34F86BCC}"/>
                      </a:ext>
                    </a:extLst>
                  </p:cNvPr>
                  <p:cNvSpPr/>
                  <p:nvPr/>
                </p:nvSpPr>
                <p:spPr>
                  <a:xfrm>
                    <a:off x="2573418" y="3807387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rgbClr val="7F7F7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4900" tIns="94900" rIns="94900" bIns="9490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09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𝑉</m:t>
                          </m:r>
                          <m:sSub>
                            <m:sSubPr>
                              <m:ctrlP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=</m:t>
                          </m:r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𝑃𝑆𝑆</m:t>
                          </m:r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/</m:t>
                          </m:r>
                          <m:sSubSup>
                            <m:sSubSupPr>
                              <m:ctrlP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SupPr>
                            <m:e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𝑓𝑐</m:t>
                              </m:r>
                            </m:sub>
                            <m:sup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1.0</m:t>
                              </m:r>
                            </m:sup>
                          </m:sSubSup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68" name="Google Shape;1976;p45">
                    <a:extLst>
                      <a:ext uri="{FF2B5EF4-FFF2-40B4-BE49-F238E27FC236}">
                        <a16:creationId xmlns:a16="http://schemas.microsoft.com/office/drawing/2014/main" id="{8D05DF07-CE6C-0917-9ED5-687A34F86BC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73418" y="3807387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blipFill>
                    <a:blip r:embed="rId24"/>
                    <a:stretch>
                      <a:fillRect/>
                    </a:stretch>
                  </a:blipFill>
                  <a:ln w="12700" cap="flat" cmpd="sng">
                    <a:solidFill>
                      <a:srgbClr val="7F7F7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Google Shape;1976;p45">
                    <a:extLst>
                      <a:ext uri="{FF2B5EF4-FFF2-40B4-BE49-F238E27FC236}">
                        <a16:creationId xmlns:a16="http://schemas.microsoft.com/office/drawing/2014/main" id="{EB980EBA-C16A-DACE-10B0-F6B395A3F309}"/>
                      </a:ext>
                    </a:extLst>
                  </p:cNvPr>
                  <p:cNvSpPr/>
                  <p:nvPr/>
                </p:nvSpPr>
                <p:spPr>
                  <a:xfrm>
                    <a:off x="3578347" y="3807387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rgbClr val="7F7F7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4900" tIns="94900" rIns="94900" bIns="9490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09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𝑉</m:t>
                          </m:r>
                          <m:sSub>
                            <m:sSubPr>
                              <m:ctrlP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=∆</m:t>
                          </m:r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𝑃𝑆𝑆</m:t>
                          </m:r>
                          <m:r>
                            <a:rPr lang="en-US" sz="8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/</m:t>
                          </m:r>
                          <m:sSubSup>
                            <m:sSubSupPr>
                              <m:ctrlP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SupPr>
                            <m:e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𝑓𝑐</m:t>
                              </m:r>
                            </m:sub>
                            <m:sup>
                              <m:r>
                                <a:rPr lang="en-US" sz="8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0.0</m:t>
                              </m:r>
                            </m:sup>
                          </m:sSubSup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69" name="Google Shape;1976;p45">
                    <a:extLst>
                      <a:ext uri="{FF2B5EF4-FFF2-40B4-BE49-F238E27FC236}">
                        <a16:creationId xmlns:a16="http://schemas.microsoft.com/office/drawing/2014/main" id="{EB980EBA-C16A-DACE-10B0-F6B395A3F3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78347" y="3807387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blipFill>
                    <a:blip r:embed="rId25"/>
                    <a:stretch>
                      <a:fillRect/>
                    </a:stretch>
                  </a:blipFill>
                  <a:ln w="12700" cap="flat" cmpd="sng">
                    <a:solidFill>
                      <a:srgbClr val="7F7F7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Google Shape;1976;p45">
                    <a:extLst>
                      <a:ext uri="{FF2B5EF4-FFF2-40B4-BE49-F238E27FC236}">
                        <a16:creationId xmlns:a16="http://schemas.microsoft.com/office/drawing/2014/main" id="{46D6B4F5-3443-EBAB-9950-A5724835FBD3}"/>
                      </a:ext>
                    </a:extLst>
                  </p:cNvPr>
                  <p:cNvSpPr/>
                  <p:nvPr/>
                </p:nvSpPr>
                <p:spPr>
                  <a:xfrm>
                    <a:off x="4579237" y="3807387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4900" tIns="94900" rIns="94900" bIns="9490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09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  <m:sSub>
                            <m:sSubPr>
                              <m:ctrlPr>
                                <a:rPr lang="en-US" sz="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8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=∆</m:t>
                          </m:r>
                          <m:r>
                            <a:rPr lang="en-US" sz="8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𝑃𝑆𝑆</m:t>
                          </m:r>
                          <m:r>
                            <a:rPr lang="en-US" sz="8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/</m:t>
                          </m:r>
                          <m:sSubSup>
                            <m:sSubSupPr>
                              <m:ctrlPr>
                                <a:rPr lang="en-US" sz="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SupPr>
                            <m:e>
                              <m:r>
                                <a:rPr lang="en-US" sz="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𝑓𝑐</m:t>
                              </m:r>
                            </m:sub>
                            <m:sup>
                              <m:r>
                                <a:rPr lang="en-US" sz="8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0.5</m:t>
                              </m:r>
                            </m:sup>
                          </m:sSubSup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70" name="Google Shape;1976;p45">
                    <a:extLst>
                      <a:ext uri="{FF2B5EF4-FFF2-40B4-BE49-F238E27FC236}">
                        <a16:creationId xmlns:a16="http://schemas.microsoft.com/office/drawing/2014/main" id="{46D6B4F5-3443-EBAB-9950-A5724835FBD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9237" y="3807387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blipFill>
                    <a:blip r:embed="rId26"/>
                    <a:stretch>
                      <a:fillRect/>
                    </a:stretch>
                  </a:blipFill>
                  <a:ln w="12700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Google Shape;1976;p45">
                    <a:extLst>
                      <a:ext uri="{FF2B5EF4-FFF2-40B4-BE49-F238E27FC236}">
                        <a16:creationId xmlns:a16="http://schemas.microsoft.com/office/drawing/2014/main" id="{822C152D-B318-B342-35B0-55D2AC3AB369}"/>
                      </a:ext>
                    </a:extLst>
                  </p:cNvPr>
                  <p:cNvSpPr/>
                  <p:nvPr/>
                </p:nvSpPr>
                <p:spPr>
                  <a:xfrm>
                    <a:off x="5585500" y="3803608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4900" tIns="94900" rIns="94900" bIns="9490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09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  <m:sSub>
                            <m:sSubPr>
                              <m:ctrlPr>
                                <a:rPr lang="en-US" sz="8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8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sz="8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=∆</m:t>
                          </m:r>
                          <m:r>
                            <a:rPr lang="en-US" sz="8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𝑃𝑆𝑆</m:t>
                          </m:r>
                          <m:r>
                            <a:rPr lang="en-US" sz="8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/</m:t>
                          </m:r>
                          <m:sSubSup>
                            <m:sSubSupPr>
                              <m:ctrlPr>
                                <a:rPr lang="en-US" sz="8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SupPr>
                            <m:e>
                              <m:r>
                                <a:rPr lang="en-US" sz="8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8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𝑓𝑐</m:t>
                              </m:r>
                            </m:sub>
                            <m:sup>
                              <m:r>
                                <a:rPr lang="en-US" sz="8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1.0</m:t>
                              </m:r>
                            </m:sup>
                          </m:sSubSup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71" name="Google Shape;1976;p45">
                    <a:extLst>
                      <a:ext uri="{FF2B5EF4-FFF2-40B4-BE49-F238E27FC236}">
                        <a16:creationId xmlns:a16="http://schemas.microsoft.com/office/drawing/2014/main" id="{822C152D-B318-B342-35B0-55D2AC3AB36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85500" y="3803608"/>
                    <a:ext cx="936000" cy="309474"/>
                  </a:xfrm>
                  <a:prstGeom prst="roundRect">
                    <a:avLst>
                      <a:gd name="adj" fmla="val 4938"/>
                    </a:avLst>
                  </a:prstGeom>
                  <a:blipFill>
                    <a:blip r:embed="rId27"/>
                    <a:stretch>
                      <a:fillRect/>
                    </a:stretch>
                  </a:blipFill>
                  <a:ln w="12700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A7EAC96-7CA6-B9EF-7A9A-52C26D50AEFD}"/>
                </a:ext>
              </a:extLst>
            </p:cNvPr>
            <p:cNvGrpSpPr/>
            <p:nvPr/>
          </p:nvGrpSpPr>
          <p:grpSpPr>
            <a:xfrm>
              <a:off x="3997315" y="3822072"/>
              <a:ext cx="2349783" cy="338554"/>
              <a:chOff x="4453690" y="3919026"/>
              <a:chExt cx="2349783" cy="3385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14BC1FE3-7D4C-9E3E-1B53-EF856B68F9F1}"/>
                      </a:ext>
                    </a:extLst>
                  </p:cNvPr>
                  <p:cNvSpPr txBox="1"/>
                  <p:nvPr/>
                </p:nvSpPr>
                <p:spPr>
                  <a:xfrm>
                    <a:off x="4453690" y="3919026"/>
                    <a:ext cx="234978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𝑐𝑙𝑖𝑛𝑖𝑐𝑎𝑙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8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𝑠𝑎𝑡𝑖𝑠𝑓𝑖𝑒𝑠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𝑎𝑙𝑙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 7 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𝑐𝑙𝑖𝑛𝑖𝑐𝑎𝑙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  <m:oMath xmlns:m="http://schemas.openxmlformats.org/officeDocument/2006/math"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h𝑖𝑔h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𝑟𝑢𝑝𝑡𝑢𝑟𝑒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𝑟𝑖𝑠𝑘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𝑝𝑙𝑎𝑞𝑢𝑒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𝑓𝑒𝑎𝑡𝑢𝑟𝑒𝑠</m:t>
                          </m:r>
                        </m:oMath>
                      </m:oMathPara>
                    </a14:m>
                    <a:endParaRPr lang="en-US" sz="800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14BC1FE3-7D4C-9E3E-1B53-EF856B68F9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53690" y="3919026"/>
                    <a:ext cx="2349783" cy="33855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Google Shape;1976;p45">
                    <a:extLst>
                      <a:ext uri="{FF2B5EF4-FFF2-40B4-BE49-F238E27FC236}">
                        <a16:creationId xmlns:a16="http://schemas.microsoft.com/office/drawing/2014/main" id="{DDE98F49-B812-375E-72EA-2C04E00DE73F}"/>
                      </a:ext>
                    </a:extLst>
                  </p:cNvPr>
                  <p:cNvSpPr/>
                  <p:nvPr/>
                </p:nvSpPr>
                <p:spPr>
                  <a:xfrm>
                    <a:off x="4582786" y="4037592"/>
                    <a:ext cx="155949" cy="141167"/>
                  </a:xfrm>
                  <a:prstGeom prst="roundRect">
                    <a:avLst>
                      <a:gd name="adj" fmla="val 4938"/>
                    </a:avLst>
                  </a:prstGeom>
                  <a:noFill/>
                  <a:ln w="12700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4900" tIns="94900" rIns="94900" bIns="9490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090"/>
                    </a:pPr>
                    <a:endParaRPr/>
                  </a:p>
                </p:txBody>
              </p:sp>
            </mc:Choice>
            <mc:Fallback xmlns="">
              <p:sp>
                <p:nvSpPr>
                  <p:cNvPr id="79" name="Google Shape;1976;p45">
                    <a:extLst>
                      <a:ext uri="{FF2B5EF4-FFF2-40B4-BE49-F238E27FC236}">
                        <a16:creationId xmlns:a16="http://schemas.microsoft.com/office/drawing/2014/main" id="{DDE98F49-B812-375E-72EA-2C04E00DE7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2786" y="4037592"/>
                    <a:ext cx="155949" cy="141167"/>
                  </a:xfrm>
                  <a:prstGeom prst="roundRect">
                    <a:avLst>
                      <a:gd name="adj" fmla="val 4938"/>
                    </a:avLst>
                  </a:prstGeom>
                  <a:blipFill>
                    <a:blip r:embed="rId29"/>
                    <a:stretch>
                      <a:fillRect/>
                    </a:stretch>
                  </a:blipFill>
                  <a:ln w="12700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4F5D916E-78A4-9C14-AE13-0562C96A7BB2}"/>
                    </a:ext>
                  </a:extLst>
                </p:cNvPr>
                <p:cNvSpPr/>
                <p:nvPr/>
              </p:nvSpPr>
              <p:spPr>
                <a:xfrm>
                  <a:off x="2700152" y="5096326"/>
                  <a:ext cx="1674127" cy="420249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sSub>
                          <m:sSubPr>
                            <m:ctrlPr>
                              <a:rPr lang="en-US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𝑐𝑙𝑖𝑛𝑖𝑐𝑎𝑙</m:t>
                            </m:r>
                          </m:sub>
                        </m:sSub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n-US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900" dirty="0"/>
                </a:p>
              </p:txBody>
            </p:sp>
          </mc:Choice>
          <mc:Fallback xmlns=""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4F5D916E-78A4-9C14-AE13-0562C96A7B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152" y="5096326"/>
                  <a:ext cx="1674127" cy="420249"/>
                </a:xfrm>
                <a:prstGeom prst="round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8392359D-AC45-5A0C-613A-8BD9BCDA7060}"/>
                    </a:ext>
                  </a:extLst>
                </p:cNvPr>
                <p:cNvSpPr txBox="1"/>
                <p:nvPr/>
              </p:nvSpPr>
              <p:spPr>
                <a:xfrm>
                  <a:off x="4513316" y="3067526"/>
                  <a:ext cx="2007153" cy="253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𝑃𝑆𝑆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func>
                          <m:func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𝑝𝑒𝑎𝑘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∆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𝑃𝑆𝑆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≡ </m:t>
                        </m:r>
                        <m:func>
                          <m:func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8392359D-AC45-5A0C-613A-8BD9BCDA7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316" y="3067526"/>
                  <a:ext cx="2007153" cy="253531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782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05E1-2D32-429A-321E-A3C750AC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2">
            <a:extLst>
              <a:ext uri="{FF2B5EF4-FFF2-40B4-BE49-F238E27FC236}">
                <a16:creationId xmlns:a16="http://schemas.microsoft.com/office/drawing/2014/main" id="{FC3DB578-9C60-F150-2C97-95A7A60D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-29141"/>
          <a:stretch>
            <a:fillRect/>
          </a:stretch>
        </p:blipFill>
        <p:spPr>
          <a:xfrm>
            <a:off x="1051468" y="5129681"/>
            <a:ext cx="3019128" cy="170346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253A6A4A-D479-B772-8A9A-D8974264539D}"/>
              </a:ext>
            </a:extLst>
          </p:cNvPr>
          <p:cNvGrpSpPr/>
          <p:nvPr/>
        </p:nvGrpSpPr>
        <p:grpSpPr>
          <a:xfrm>
            <a:off x="1089355" y="709134"/>
            <a:ext cx="4615540" cy="2626906"/>
            <a:chOff x="1415935" y="1584533"/>
            <a:chExt cx="3993471" cy="2272858"/>
          </a:xfrm>
        </p:grpSpPr>
        <p:pic>
          <p:nvPicPr>
            <p:cNvPr id="2" name="Picture 4" descr="Coronary artery disease is blockage of the blood vessels that supply the heart muscle, caused by build up of plaque. ">
              <a:extLst>
                <a:ext uri="{FF2B5EF4-FFF2-40B4-BE49-F238E27FC236}">
                  <a16:creationId xmlns:a16="http://schemas.microsoft.com/office/drawing/2014/main" id="{A9EE285F-9996-A05F-26F2-C340564E1D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5935" y="1669509"/>
              <a:ext cx="2085296" cy="2085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5670E59-E405-EC60-6687-BA8D12799C1A}"/>
                </a:ext>
              </a:extLst>
            </p:cNvPr>
            <p:cNvGrpSpPr/>
            <p:nvPr/>
          </p:nvGrpSpPr>
          <p:grpSpPr>
            <a:xfrm>
              <a:off x="3238499" y="1584533"/>
              <a:ext cx="2170907" cy="1135425"/>
              <a:chOff x="3046140" y="1213424"/>
              <a:chExt cx="2845384" cy="1424487"/>
            </a:xfrm>
          </p:grpSpPr>
          <p:pic>
            <p:nvPicPr>
              <p:cNvPr id="4" name="Google Shape;499;p13">
                <a:extLst>
                  <a:ext uri="{FF2B5EF4-FFF2-40B4-BE49-F238E27FC236}">
                    <a16:creationId xmlns:a16="http://schemas.microsoft.com/office/drawing/2014/main" id="{9AC1B1B5-41D3-58A2-C864-C45251AB81E9}"/>
                  </a:ext>
                </a:extLst>
              </p:cNvPr>
              <p:cNvPicPr preferRelativeResize="0"/>
              <p:nvPr/>
            </p:nvPicPr>
            <p:blipFill rotWithShape="1">
              <a:blip r:embed="rId5"/>
              <a:srcRect l="9950" t="22039"/>
              <a:stretch/>
            </p:blipFill>
            <p:spPr>
              <a:xfrm>
                <a:off x="3623466" y="1568817"/>
                <a:ext cx="1801021" cy="106909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777C20-73F9-FCA5-4879-B3BD12B36837}"/>
                  </a:ext>
                </a:extLst>
              </p:cNvPr>
              <p:cNvSpPr txBox="1"/>
              <p:nvPr/>
            </p:nvSpPr>
            <p:spPr>
              <a:xfrm>
                <a:off x="3046140" y="1213424"/>
                <a:ext cx="2845384" cy="267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Low Attenuation Plaque (LAP)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E7AEBA5-F584-A2BF-13C3-91A6D26E765E}"/>
                </a:ext>
              </a:extLst>
            </p:cNvPr>
            <p:cNvGrpSpPr/>
            <p:nvPr/>
          </p:nvGrpSpPr>
          <p:grpSpPr>
            <a:xfrm>
              <a:off x="3238499" y="2747027"/>
              <a:ext cx="1814577" cy="1110364"/>
              <a:chOff x="3039789" y="2659402"/>
              <a:chExt cx="2361017" cy="1308927"/>
            </a:xfrm>
          </p:grpSpPr>
          <p:pic>
            <p:nvPicPr>
              <p:cNvPr id="7" name="Google Shape;502;p13">
                <a:extLst>
                  <a:ext uri="{FF2B5EF4-FFF2-40B4-BE49-F238E27FC236}">
                    <a16:creationId xmlns:a16="http://schemas.microsoft.com/office/drawing/2014/main" id="{46E45D6C-8EDC-0E9A-7E3D-91F2731C2E73}"/>
                  </a:ext>
                </a:extLst>
              </p:cNvPr>
              <p:cNvPicPr preferRelativeResize="0"/>
              <p:nvPr/>
            </p:nvPicPr>
            <p:blipFill rotWithShape="1">
              <a:blip r:embed="rId6"/>
              <a:srcRect l="21991" t="5502" r="15058"/>
              <a:stretch>
                <a:fillRect/>
              </a:stretch>
            </p:blipFill>
            <p:spPr>
              <a:xfrm>
                <a:off x="3623466" y="2961425"/>
                <a:ext cx="1777340" cy="100690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CBB9EF2-E501-FFEF-9CE5-D8478A4AB575}"/>
                  </a:ext>
                </a:extLst>
              </p:cNvPr>
              <p:cNvSpPr txBox="1"/>
              <p:nvPr/>
            </p:nvSpPr>
            <p:spPr>
              <a:xfrm>
                <a:off x="3039789" y="2659402"/>
                <a:ext cx="2266951" cy="251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Calcified Plaque (CP)</a:t>
                </a:r>
              </a:p>
            </p:txBody>
          </p:sp>
        </p:grpSp>
        <p:sp>
          <p:nvSpPr>
            <p:cNvPr id="68" name="화살표: 아래쪽 106">
              <a:extLst>
                <a:ext uri="{FF2B5EF4-FFF2-40B4-BE49-F238E27FC236}">
                  <a16:creationId xmlns:a16="http://schemas.microsoft.com/office/drawing/2014/main" id="{6C7EE908-B45F-BBEF-92F2-1E02F7DC181C}"/>
                </a:ext>
              </a:extLst>
            </p:cNvPr>
            <p:cNvSpPr/>
            <p:nvPr/>
          </p:nvSpPr>
          <p:spPr>
            <a:xfrm rot="14276900">
              <a:off x="3267986" y="2176581"/>
              <a:ext cx="322031" cy="348248"/>
            </a:xfrm>
            <a:prstGeom prst="downArrow">
              <a:avLst/>
            </a:prstGeom>
            <a:gradFill>
              <a:gsLst>
                <a:gs pos="2000">
                  <a:schemeClr val="bg1">
                    <a:alpha val="34000"/>
                  </a:schemeClr>
                </a:gs>
                <a:gs pos="73000">
                  <a:schemeClr val="accent6">
                    <a:lumMod val="20000"/>
                    <a:lumOff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화살표: 아래쪽 106">
              <a:extLst>
                <a:ext uri="{FF2B5EF4-FFF2-40B4-BE49-F238E27FC236}">
                  <a16:creationId xmlns:a16="http://schemas.microsoft.com/office/drawing/2014/main" id="{D40FF42D-41CD-75B5-63BD-55B149A14F2F}"/>
                </a:ext>
              </a:extLst>
            </p:cNvPr>
            <p:cNvSpPr/>
            <p:nvPr/>
          </p:nvSpPr>
          <p:spPr>
            <a:xfrm rot="18702332">
              <a:off x="3247110" y="3020133"/>
              <a:ext cx="322031" cy="348248"/>
            </a:xfrm>
            <a:prstGeom prst="downArrow">
              <a:avLst/>
            </a:prstGeom>
            <a:gradFill>
              <a:gsLst>
                <a:gs pos="2000">
                  <a:schemeClr val="bg1">
                    <a:alpha val="34000"/>
                  </a:schemeClr>
                </a:gs>
                <a:gs pos="73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6944FCA-BE09-3BD7-BCB2-3B6E04F3DCE1}"/>
                </a:ext>
              </a:extLst>
            </p:cNvPr>
            <p:cNvSpPr txBox="1"/>
            <p:nvPr/>
          </p:nvSpPr>
          <p:spPr>
            <a:xfrm>
              <a:off x="3720983" y="3589676"/>
              <a:ext cx="91836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Fibrous cap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362AE1C-AE56-EA14-B993-7061473C941D}"/>
                </a:ext>
              </a:extLst>
            </p:cNvPr>
            <p:cNvSpPr txBox="1"/>
            <p:nvPr/>
          </p:nvSpPr>
          <p:spPr>
            <a:xfrm rot="21131331">
              <a:off x="3439368" y="1913731"/>
              <a:ext cx="91836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Vessel wall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D08F202-EA9E-422A-6BD8-CE40938ED9A8}"/>
                </a:ext>
              </a:extLst>
            </p:cNvPr>
            <p:cNvSpPr txBox="1"/>
            <p:nvPr/>
          </p:nvSpPr>
          <p:spPr>
            <a:xfrm>
              <a:off x="3474444" y="2305180"/>
              <a:ext cx="91836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6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sz="800"/>
                <a:t>Lumen</a:t>
              </a:r>
              <a:endParaRPr lang="en-US" sz="8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8117410-55E2-6E7A-E043-CB1733406B73}"/>
                </a:ext>
              </a:extLst>
            </p:cNvPr>
            <p:cNvSpPr txBox="1"/>
            <p:nvPr/>
          </p:nvSpPr>
          <p:spPr>
            <a:xfrm>
              <a:off x="4269345" y="3560779"/>
              <a:ext cx="91836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Calcification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2A183CE-7E16-EB7C-F94A-7D9FB1D01F94}"/>
                </a:ext>
              </a:extLst>
            </p:cNvPr>
            <p:cNvSpPr txBox="1"/>
            <p:nvPr/>
          </p:nvSpPr>
          <p:spPr>
            <a:xfrm>
              <a:off x="3996134" y="2023405"/>
              <a:ext cx="91836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Lipid core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4256DCE-9C6B-101F-05D9-F668F5CA4C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5450" y="3430312"/>
              <a:ext cx="12700" cy="1891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3737867D-531E-147D-9CBE-B1F84EFD0830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flipH="1" flipV="1">
              <a:off x="4541089" y="3306401"/>
              <a:ext cx="187441" cy="2543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6E9DECE4-8889-1650-9049-231CAA46DDC4}"/>
              </a:ext>
            </a:extLst>
          </p:cNvPr>
          <p:cNvSpPr/>
          <p:nvPr/>
        </p:nvSpPr>
        <p:spPr>
          <a:xfrm>
            <a:off x="1044716" y="4540862"/>
            <a:ext cx="3022600" cy="584200"/>
          </a:xfrm>
          <a:custGeom>
            <a:avLst/>
            <a:gdLst>
              <a:gd name="csX0" fmla="*/ 501650 w 3022600"/>
              <a:gd name="csY0" fmla="*/ 0 h 584200"/>
              <a:gd name="csX1" fmla="*/ 0 w 3022600"/>
              <a:gd name="csY1" fmla="*/ 584200 h 584200"/>
              <a:gd name="csX2" fmla="*/ 3022600 w 3022600"/>
              <a:gd name="csY2" fmla="*/ 584200 h 584200"/>
              <a:gd name="csX3" fmla="*/ 1295400 w 3022600"/>
              <a:gd name="csY3" fmla="*/ 6350 h 584200"/>
              <a:gd name="csX4" fmla="*/ 501650 w 3022600"/>
              <a:gd name="csY4" fmla="*/ 0 h 58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22600" h="584200">
                <a:moveTo>
                  <a:pt x="501650" y="0"/>
                </a:moveTo>
                <a:lnTo>
                  <a:pt x="0" y="584200"/>
                </a:lnTo>
                <a:lnTo>
                  <a:pt x="3022600" y="584200"/>
                </a:lnTo>
                <a:lnTo>
                  <a:pt x="1295400" y="6350"/>
                </a:lnTo>
                <a:lnTo>
                  <a:pt x="50165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4000">
                <a:schemeClr val="bg1">
                  <a:lumMod val="95000"/>
                  <a:alpha val="61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2C46C51-7A16-DD5F-AB11-817175DC09CF}"/>
              </a:ext>
            </a:extLst>
          </p:cNvPr>
          <p:cNvGrpSpPr/>
          <p:nvPr/>
        </p:nvGrpSpPr>
        <p:grpSpPr>
          <a:xfrm>
            <a:off x="926209" y="4069407"/>
            <a:ext cx="4785904" cy="493159"/>
            <a:chOff x="929998" y="3617257"/>
            <a:chExt cx="4785904" cy="49315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BF9E3E5-B934-0BD8-9F81-6AF5237ECF60}"/>
                </a:ext>
              </a:extLst>
            </p:cNvPr>
            <p:cNvGrpSpPr/>
            <p:nvPr/>
          </p:nvGrpSpPr>
          <p:grpSpPr>
            <a:xfrm>
              <a:off x="929998" y="3781617"/>
              <a:ext cx="4785904" cy="328799"/>
              <a:chOff x="640437" y="1087924"/>
              <a:chExt cx="4687213" cy="258008"/>
            </a:xfrm>
          </p:grpSpPr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7168626C-607E-0955-A295-E3B87DF1E3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437" y="1087924"/>
                <a:ext cx="4687213" cy="258008"/>
              </a:xfrm>
              <a:prstGeom prst="rect">
                <a:avLst/>
              </a:prstGeom>
            </p:spPr>
          </p:pic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57D61FE-EAC7-E2EF-D3EE-70A2FB306A51}"/>
                  </a:ext>
                </a:extLst>
              </p:cNvPr>
              <p:cNvSpPr/>
              <p:nvPr/>
            </p:nvSpPr>
            <p:spPr>
              <a:xfrm>
                <a:off x="1240266" y="1095606"/>
                <a:ext cx="783664" cy="242642"/>
              </a:xfrm>
              <a:prstGeom prst="rect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6A46F1-326F-6298-3A6B-AD2AA7D89DFC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53" y="3665070"/>
              <a:ext cx="0" cy="435554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424440B-EB1F-D197-15D5-72369840BC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7403" y="3665070"/>
              <a:ext cx="0" cy="435554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CF07AF0-079F-B305-0186-551CE5209473}"/>
                    </a:ext>
                  </a:extLst>
                </p:cNvPr>
                <p:cNvSpPr txBox="1"/>
                <p:nvPr/>
              </p:nvSpPr>
              <p:spPr>
                <a:xfrm>
                  <a:off x="2818069" y="3617257"/>
                  <a:ext cx="638614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CF07AF0-079F-B305-0186-551CE5209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8069" y="3617257"/>
                  <a:ext cx="638614" cy="21544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5966942-3011-C63A-A439-2FC23D1313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257" y="3724979"/>
              <a:ext cx="1762812" cy="5594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1AC4605-6CC7-7E09-FDED-7EDD2016AD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683" y="3722972"/>
              <a:ext cx="2147828" cy="0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31A54F3-7489-E82D-6B88-DEA04612C0B8}"/>
              </a:ext>
            </a:extLst>
          </p:cNvPr>
          <p:cNvGrpSpPr/>
          <p:nvPr/>
        </p:nvGrpSpPr>
        <p:grpSpPr>
          <a:xfrm>
            <a:off x="3924292" y="4842069"/>
            <a:ext cx="2173427" cy="1804460"/>
            <a:chOff x="3901926" y="4018229"/>
            <a:chExt cx="2173427" cy="18044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5C8CE5B-91B0-EC46-100E-DB9EBE686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38016" y="4426141"/>
              <a:ext cx="1377886" cy="132674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0270F7-0947-C43B-C037-E3974A631DDA}"/>
                </a:ext>
              </a:extLst>
            </p:cNvPr>
            <p:cNvSpPr txBox="1"/>
            <p:nvPr/>
          </p:nvSpPr>
          <p:spPr>
            <a:xfrm>
              <a:off x="3901926" y="4018229"/>
              <a:ext cx="21734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000"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/>
                <a:t>ii) Minimum Lumen Area Plane(B)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767CAF-83C2-5BA6-F2A3-65DA671AA58E}"/>
                </a:ext>
              </a:extLst>
            </p:cNvPr>
            <p:cNvCxnSpPr>
              <a:cxnSpLocks/>
            </p:cNvCxnSpPr>
            <p:nvPr/>
          </p:nvCxnSpPr>
          <p:spPr>
            <a:xfrm>
              <a:off x="4524954" y="4856803"/>
              <a:ext cx="124763" cy="68131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FBEFB8E-B39B-AA65-6030-4C7C379127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15461" y="4751653"/>
              <a:ext cx="110556" cy="60326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DF92497-0827-C813-6456-988CF9502E7A}"/>
                </a:ext>
              </a:extLst>
            </p:cNvPr>
            <p:cNvCxnSpPr>
              <a:cxnSpLocks/>
            </p:cNvCxnSpPr>
            <p:nvPr/>
          </p:nvCxnSpPr>
          <p:spPr>
            <a:xfrm>
              <a:off x="5118679" y="5578572"/>
              <a:ext cx="162055" cy="169157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EE479F7-8706-782F-AFD4-9DB081394704}"/>
                    </a:ext>
                  </a:extLst>
                </p:cNvPr>
                <p:cNvSpPr txBox="1"/>
                <p:nvPr/>
              </p:nvSpPr>
              <p:spPr>
                <a:xfrm rot="21400791">
                  <a:off x="5006770" y="5620225"/>
                  <a:ext cx="820652" cy="2024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EE479F7-8706-782F-AFD4-9DB0813947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400791">
                  <a:off x="5006770" y="5620225"/>
                  <a:ext cx="820652" cy="20246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0EB6353-1AB3-D69C-3C26-13217F7D88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5357" y="5482084"/>
              <a:ext cx="707030" cy="63090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348FA85-6070-3353-4095-F7CBF39B1A3F}"/>
                </a:ext>
              </a:extLst>
            </p:cNvPr>
            <p:cNvCxnSpPr>
              <a:cxnSpLocks/>
            </p:cNvCxnSpPr>
            <p:nvPr/>
          </p:nvCxnSpPr>
          <p:spPr>
            <a:xfrm>
              <a:off x="5031581" y="5480735"/>
              <a:ext cx="706876" cy="64439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63A7303-C9B0-9D32-E3B0-F281495904BF}"/>
                </a:ext>
              </a:extLst>
            </p:cNvPr>
            <p:cNvGrpSpPr/>
            <p:nvPr/>
          </p:nvGrpSpPr>
          <p:grpSpPr>
            <a:xfrm rot="21205726">
              <a:off x="4969681" y="5218740"/>
              <a:ext cx="22899" cy="200841"/>
              <a:chOff x="4714740" y="2463795"/>
              <a:chExt cx="25867" cy="197520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5B95E28E-F4B4-D468-5A03-AA3B63D1283A}"/>
                  </a:ext>
                </a:extLst>
              </p:cNvPr>
              <p:cNvCxnSpPr>
                <a:cxnSpLocks/>
              </p:cNvCxnSpPr>
              <p:nvPr/>
            </p:nvCxnSpPr>
            <p:spPr>
              <a:xfrm rot="394274">
                <a:off x="4726729" y="2592165"/>
                <a:ext cx="13878" cy="69150"/>
              </a:xfrm>
              <a:prstGeom prst="straightConnector1">
                <a:avLst/>
              </a:prstGeom>
              <a:ln w="3175">
                <a:round/>
                <a:headEnd type="triangl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DB0C1B18-DA14-D1C3-4E70-8210A0EA5434}"/>
                  </a:ext>
                </a:extLst>
              </p:cNvPr>
              <p:cNvCxnSpPr>
                <a:cxnSpLocks/>
              </p:cNvCxnSpPr>
              <p:nvPr/>
            </p:nvCxnSpPr>
            <p:spPr>
              <a:xfrm rot="394274" flipH="1" flipV="1">
                <a:off x="4714740" y="2463795"/>
                <a:ext cx="16031" cy="72854"/>
              </a:xfrm>
              <a:prstGeom prst="straightConnector1">
                <a:avLst/>
              </a:prstGeom>
              <a:ln w="3175">
                <a:round/>
                <a:headEnd type="triangl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3C12A8E-7F04-AA4F-A64D-F3AC2624D2EF}"/>
                    </a:ext>
                  </a:extLst>
                </p:cNvPr>
                <p:cNvSpPr txBox="1"/>
                <p:nvPr/>
              </p:nvSpPr>
              <p:spPr>
                <a:xfrm>
                  <a:off x="4680339" y="5133303"/>
                  <a:ext cx="317169" cy="2253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𝑓𝑐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3C12A8E-7F04-AA4F-A64D-F3AC2624D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0339" y="5133303"/>
                  <a:ext cx="317169" cy="22538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Partial Circle 26">
              <a:extLst>
                <a:ext uri="{FF2B5EF4-FFF2-40B4-BE49-F238E27FC236}">
                  <a16:creationId xmlns:a16="http://schemas.microsoft.com/office/drawing/2014/main" id="{51CAD837-8FF6-A47A-BAA5-CCE23DCB2345}"/>
                </a:ext>
              </a:extLst>
            </p:cNvPr>
            <p:cNvSpPr/>
            <p:nvPr/>
          </p:nvSpPr>
          <p:spPr>
            <a:xfrm rot="8100000">
              <a:off x="4973354" y="5426578"/>
              <a:ext cx="100621" cy="112089"/>
            </a:xfrm>
            <a:prstGeom prst="pie">
              <a:avLst>
                <a:gd name="adj1" fmla="val 2288268"/>
                <a:gd name="adj2" fmla="val 13741791"/>
              </a:avLst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BC526B9-5A09-C24C-3F0B-0E6554A2D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1885" y="5362274"/>
              <a:ext cx="170633" cy="103817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939B6BB-048F-3346-D63F-DB478DC6A30E}"/>
                    </a:ext>
                  </a:extLst>
                </p:cNvPr>
                <p:cNvSpPr txBox="1"/>
                <p:nvPr/>
              </p:nvSpPr>
              <p:spPr>
                <a:xfrm>
                  <a:off x="5026959" y="5110839"/>
                  <a:ext cx="572030" cy="2250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𝑙𝑖𝑝𝑖𝑑</m:t>
                            </m:r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939B6BB-048F-3346-D63F-DB478DC6A3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6959" y="5110839"/>
                  <a:ext cx="572030" cy="22506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5489275-24E9-C6AC-2DF1-3CEB9FD428C2}"/>
              </a:ext>
            </a:extLst>
          </p:cNvPr>
          <p:cNvCxnSpPr>
            <a:cxnSpLocks/>
          </p:cNvCxnSpPr>
          <p:nvPr/>
        </p:nvCxnSpPr>
        <p:spPr>
          <a:xfrm>
            <a:off x="1366419" y="6238022"/>
            <a:ext cx="0" cy="438708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C6CBF05-03A9-A72A-CCE2-F8F337710F09}"/>
              </a:ext>
            </a:extLst>
          </p:cNvPr>
          <p:cNvCxnSpPr>
            <a:cxnSpLocks/>
          </p:cNvCxnSpPr>
          <p:nvPr/>
        </p:nvCxnSpPr>
        <p:spPr>
          <a:xfrm flipH="1">
            <a:off x="1944470" y="6165448"/>
            <a:ext cx="4756" cy="299548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E5F185-58CE-67C8-19FA-4E3C25FCD64A}"/>
              </a:ext>
            </a:extLst>
          </p:cNvPr>
          <p:cNvCxnSpPr>
            <a:cxnSpLocks/>
          </p:cNvCxnSpPr>
          <p:nvPr/>
        </p:nvCxnSpPr>
        <p:spPr>
          <a:xfrm>
            <a:off x="3271494" y="6028657"/>
            <a:ext cx="0" cy="340357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ED1483E-8FCF-37CB-23A7-A34EAAFD7F49}"/>
              </a:ext>
            </a:extLst>
          </p:cNvPr>
          <p:cNvSpPr/>
          <p:nvPr/>
        </p:nvSpPr>
        <p:spPr>
          <a:xfrm>
            <a:off x="4158529" y="5133382"/>
            <a:ext cx="1753854" cy="1699760"/>
          </a:xfrm>
          <a:prstGeom prst="rect">
            <a:avLst/>
          </a:prstGeom>
          <a:solidFill>
            <a:schemeClr val="bg1">
              <a:lumMod val="7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D8C72AD-640D-851B-069D-BFA461C40466}"/>
              </a:ext>
            </a:extLst>
          </p:cNvPr>
          <p:cNvCxnSpPr>
            <a:cxnSpLocks/>
          </p:cNvCxnSpPr>
          <p:nvPr/>
        </p:nvCxnSpPr>
        <p:spPr>
          <a:xfrm>
            <a:off x="3753464" y="5964589"/>
            <a:ext cx="0" cy="514195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9D995EE-44A1-26BB-E086-46A986B2E3F0}"/>
              </a:ext>
            </a:extLst>
          </p:cNvPr>
          <p:cNvGrpSpPr/>
          <p:nvPr/>
        </p:nvGrpSpPr>
        <p:grpSpPr>
          <a:xfrm>
            <a:off x="1383219" y="6477790"/>
            <a:ext cx="2370245" cy="220894"/>
            <a:chOff x="1545433" y="2645087"/>
            <a:chExt cx="1990085" cy="172413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5C9EBD4-9A11-61E0-4EDE-B9140541D9EC}"/>
                </a:ext>
              </a:extLst>
            </p:cNvPr>
            <p:cNvCxnSpPr>
              <a:cxnSpLocks/>
              <a:endCxn id="57" idx="3"/>
            </p:cNvCxnSpPr>
            <p:nvPr/>
          </p:nvCxnSpPr>
          <p:spPr>
            <a:xfrm flipH="1">
              <a:off x="2952836" y="2659206"/>
              <a:ext cx="582682" cy="53539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F0CFDCE1-18AE-DD31-C276-F24917D70B3F}"/>
                    </a:ext>
                  </a:extLst>
                </p:cNvPr>
                <p:cNvSpPr txBox="1"/>
                <p:nvPr/>
              </p:nvSpPr>
              <p:spPr>
                <a:xfrm rot="21400791">
                  <a:off x="2264386" y="2645087"/>
                  <a:ext cx="689029" cy="172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𝑙𝑒𝑠𝑖𝑜𝑛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F0CFDCE1-18AE-DD31-C276-F24917D70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400791">
                  <a:off x="2264386" y="2645087"/>
                  <a:ext cx="689029" cy="17241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740A0BB-A4AC-F4ED-E364-70D3D0F9D0A0}"/>
                </a:ext>
              </a:extLst>
            </p:cNvPr>
            <p:cNvCxnSpPr>
              <a:cxnSpLocks/>
              <a:endCxn id="57" idx="1"/>
            </p:cNvCxnSpPr>
            <p:nvPr/>
          </p:nvCxnSpPr>
          <p:spPr>
            <a:xfrm flipV="1">
              <a:off x="1545433" y="2749842"/>
              <a:ext cx="719531" cy="36858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C83644-6FF4-E0A8-E567-E4DBBE62666E}"/>
                  </a:ext>
                </a:extLst>
              </p:cNvPr>
              <p:cNvSpPr txBox="1"/>
              <p:nvPr/>
            </p:nvSpPr>
            <p:spPr>
              <a:xfrm rot="189279">
                <a:off x="2026883" y="5199658"/>
                <a:ext cx="782486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7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7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7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7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700" b="1" i="1" smtClean="0">
                              <a:latin typeface="Cambria Math" panose="02040503050406030204" pitchFamily="18" charset="0"/>
                            </a:rPr>
                            <m:t>𝑴𝑳𝑨</m:t>
                          </m:r>
                        </m:sub>
                      </m:sSub>
                      <m:r>
                        <a:rPr lang="en-US" sz="7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00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C83644-6FF4-E0A8-E567-E4DBBE626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279">
                <a:off x="2026883" y="5199658"/>
                <a:ext cx="782486" cy="20005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70EB9FE-D803-E338-0DA1-51FAA7892C76}"/>
              </a:ext>
            </a:extLst>
          </p:cNvPr>
          <p:cNvGrpSpPr/>
          <p:nvPr/>
        </p:nvGrpSpPr>
        <p:grpSpPr>
          <a:xfrm>
            <a:off x="1968421" y="6320689"/>
            <a:ext cx="1303072" cy="225062"/>
            <a:chOff x="2046287" y="2565124"/>
            <a:chExt cx="1094075" cy="175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6C6A51-E0E4-C531-2D57-5D486CD07DC6}"/>
                    </a:ext>
                  </a:extLst>
                </p:cNvPr>
                <p:cNvSpPr txBox="1"/>
                <p:nvPr/>
              </p:nvSpPr>
              <p:spPr>
                <a:xfrm rot="21400791">
                  <a:off x="2327135" y="2565124"/>
                  <a:ext cx="536188" cy="175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800" b="0" i="1" smtClean="0">
                                <a:latin typeface="Cambria Math" panose="02040503050406030204" pitchFamily="18" charset="0"/>
                              </a:rPr>
                              <m:t>𝑙𝑖𝑝𝑖𝑑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6C6A51-E0E4-C531-2D57-5D486CD07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400791">
                  <a:off x="2327135" y="2565124"/>
                  <a:ext cx="536188" cy="175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687FB83-5F73-AF8E-54A0-76D868D786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287" y="2667000"/>
              <a:ext cx="342107" cy="21523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41EBB6C-246A-F7DF-CF84-FC1DBD0E63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3611" y="2616119"/>
              <a:ext cx="226751" cy="22258"/>
            </a:xfrm>
            <a:prstGeom prst="straightConnector1">
              <a:avLst/>
            </a:prstGeom>
            <a:ln w="3175">
              <a:round/>
              <a:headEnd type="triangl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A15E248-31BC-5EE5-F07C-64E96A20C13F}"/>
                  </a:ext>
                </a:extLst>
              </p:cNvPr>
              <p:cNvSpPr txBox="1"/>
              <p:nvPr/>
            </p:nvSpPr>
            <p:spPr>
              <a:xfrm>
                <a:off x="1457157" y="5195979"/>
                <a:ext cx="820652" cy="225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A15E248-31BC-5EE5-F07C-64E96A20C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57" y="5195979"/>
                <a:ext cx="820652" cy="22538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AEA736-2C97-44AA-337C-CCF662DB06C3}"/>
                  </a:ext>
                </a:extLst>
              </p:cNvPr>
              <p:cNvSpPr txBox="1"/>
              <p:nvPr/>
            </p:nvSpPr>
            <p:spPr>
              <a:xfrm>
                <a:off x="1427554" y="6145510"/>
                <a:ext cx="820652" cy="225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AEA736-2C97-44AA-337C-CCF662DB0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54" y="6145510"/>
                <a:ext cx="820652" cy="22538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0ED0982-7403-17D4-4BC1-D2BA1E396592}"/>
              </a:ext>
            </a:extLst>
          </p:cNvPr>
          <p:cNvCxnSpPr>
            <a:cxnSpLocks/>
          </p:cNvCxnSpPr>
          <p:nvPr/>
        </p:nvCxnSpPr>
        <p:spPr>
          <a:xfrm>
            <a:off x="1475842" y="6117574"/>
            <a:ext cx="240027" cy="137063"/>
          </a:xfrm>
          <a:prstGeom prst="straightConnector1">
            <a:avLst/>
          </a:prstGeom>
          <a:ln w="3175">
            <a:prstDash val="sysDash"/>
            <a:round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58C00FF-BCD3-28DC-9849-CD3EA2FB3793}"/>
              </a:ext>
            </a:extLst>
          </p:cNvPr>
          <p:cNvCxnSpPr>
            <a:cxnSpLocks/>
          </p:cNvCxnSpPr>
          <p:nvPr/>
        </p:nvCxnSpPr>
        <p:spPr>
          <a:xfrm flipV="1">
            <a:off x="1358742" y="5353199"/>
            <a:ext cx="258690" cy="120081"/>
          </a:xfrm>
          <a:prstGeom prst="straightConnector1">
            <a:avLst/>
          </a:prstGeom>
          <a:ln w="3175">
            <a:prstDash val="sysDash"/>
            <a:round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9311346-6A5A-E16E-99C8-19FC576079CF}"/>
                  </a:ext>
                </a:extLst>
              </p:cNvPr>
              <p:cNvSpPr txBox="1"/>
              <p:nvPr/>
            </p:nvSpPr>
            <p:spPr>
              <a:xfrm>
                <a:off x="2647869" y="5151703"/>
                <a:ext cx="820652" cy="20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9311346-6A5A-E16E-99C8-19FC57607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869" y="5151703"/>
                <a:ext cx="820652" cy="20246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6B4150-6D14-B468-0C57-17F96F776DBB}"/>
              </a:ext>
            </a:extLst>
          </p:cNvPr>
          <p:cNvCxnSpPr>
            <a:cxnSpLocks/>
          </p:cNvCxnSpPr>
          <p:nvPr/>
        </p:nvCxnSpPr>
        <p:spPr>
          <a:xfrm flipV="1">
            <a:off x="2598041" y="5280442"/>
            <a:ext cx="283583" cy="129174"/>
          </a:xfrm>
          <a:prstGeom prst="straightConnector1">
            <a:avLst/>
          </a:prstGeom>
          <a:ln w="3175">
            <a:prstDash val="sysDash"/>
            <a:round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421D4F9-C7D2-5F73-EB63-59642B83E86B}"/>
                  </a:ext>
                </a:extLst>
              </p:cNvPr>
              <p:cNvSpPr txBox="1"/>
              <p:nvPr/>
            </p:nvSpPr>
            <p:spPr>
              <a:xfrm>
                <a:off x="2755530" y="6087828"/>
                <a:ext cx="4917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421D4F9-C7D2-5F73-EB63-59642B83E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530" y="6087828"/>
                <a:ext cx="491793" cy="2154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B687B48-E606-F207-E783-036E89562B6F}"/>
              </a:ext>
            </a:extLst>
          </p:cNvPr>
          <p:cNvCxnSpPr>
            <a:cxnSpLocks/>
          </p:cNvCxnSpPr>
          <p:nvPr/>
        </p:nvCxnSpPr>
        <p:spPr>
          <a:xfrm>
            <a:off x="2553768" y="6028343"/>
            <a:ext cx="297209" cy="154100"/>
          </a:xfrm>
          <a:prstGeom prst="straightConnector1">
            <a:avLst/>
          </a:prstGeom>
          <a:ln w="3175">
            <a:prstDash val="sysDash"/>
            <a:round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69D3AAF-13B0-9C60-2A71-2E7511A104A5}"/>
              </a:ext>
            </a:extLst>
          </p:cNvPr>
          <p:cNvCxnSpPr>
            <a:cxnSpLocks/>
          </p:cNvCxnSpPr>
          <p:nvPr/>
        </p:nvCxnSpPr>
        <p:spPr>
          <a:xfrm flipV="1">
            <a:off x="3892375" y="5422106"/>
            <a:ext cx="112888" cy="80234"/>
          </a:xfrm>
          <a:prstGeom prst="straightConnector1">
            <a:avLst/>
          </a:prstGeom>
          <a:ln w="3175">
            <a:round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B67D43D-F5B9-4FC1-88E2-2BA5CF0FFE27}"/>
              </a:ext>
            </a:extLst>
          </p:cNvPr>
          <p:cNvCxnSpPr>
            <a:cxnSpLocks/>
          </p:cNvCxnSpPr>
          <p:nvPr/>
        </p:nvCxnSpPr>
        <p:spPr>
          <a:xfrm flipH="1">
            <a:off x="3733782" y="5526261"/>
            <a:ext cx="126914" cy="93260"/>
          </a:xfrm>
          <a:prstGeom prst="straightConnector1">
            <a:avLst/>
          </a:prstGeom>
          <a:ln w="3175">
            <a:round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D3C5506-DB36-1936-6DF0-30242FADFCAA}"/>
                  </a:ext>
                </a:extLst>
              </p:cNvPr>
              <p:cNvSpPr txBox="1"/>
              <p:nvPr/>
            </p:nvSpPr>
            <p:spPr>
              <a:xfrm>
                <a:off x="3977391" y="5360418"/>
                <a:ext cx="820652" cy="20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𝑤𝑎𝑙𝑙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D3C5506-DB36-1936-6DF0-30242FADF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391" y="5360418"/>
                <a:ext cx="820652" cy="20246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5A73A91-C175-CB90-F8F5-25DC5C28B6D2}"/>
              </a:ext>
            </a:extLst>
          </p:cNvPr>
          <p:cNvSpPr txBox="1"/>
          <p:nvPr/>
        </p:nvSpPr>
        <p:spPr>
          <a:xfrm>
            <a:off x="1358742" y="3929769"/>
            <a:ext cx="1289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i) Lesion region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2264E42-155B-9947-7730-25F66FD15B23}"/>
              </a:ext>
            </a:extLst>
          </p:cNvPr>
          <p:cNvGrpSpPr/>
          <p:nvPr/>
        </p:nvGrpSpPr>
        <p:grpSpPr>
          <a:xfrm>
            <a:off x="1839906" y="6936682"/>
            <a:ext cx="3259721" cy="432498"/>
            <a:chOff x="1813415" y="6017354"/>
            <a:chExt cx="3259721" cy="432498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9033069-BF13-85FF-D077-4FC8D83A4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rcRect t="31364" b="35858"/>
            <a:stretch>
              <a:fillRect/>
            </a:stretch>
          </p:blipFill>
          <p:spPr>
            <a:xfrm>
              <a:off x="1922104" y="6017354"/>
              <a:ext cx="3104855" cy="147873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1344BE1-C380-3A75-F102-5FBE0F958E7F}"/>
                </a:ext>
              </a:extLst>
            </p:cNvPr>
            <p:cNvSpPr txBox="1"/>
            <p:nvPr/>
          </p:nvSpPr>
          <p:spPr>
            <a:xfrm>
              <a:off x="1813415" y="6199940"/>
              <a:ext cx="1289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Vessel wall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87EF4C0-EE8B-984B-F7AC-60809E5B14BC}"/>
                </a:ext>
              </a:extLst>
            </p:cNvPr>
            <p:cNvSpPr txBox="1"/>
            <p:nvPr/>
          </p:nvSpPr>
          <p:spPr>
            <a:xfrm>
              <a:off x="2829910" y="6203631"/>
              <a:ext cx="1289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Lipid core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FE2C957-2C2D-E74B-E572-19FFF7C96A7E}"/>
                </a:ext>
              </a:extLst>
            </p:cNvPr>
            <p:cNvSpPr txBox="1"/>
            <p:nvPr/>
          </p:nvSpPr>
          <p:spPr>
            <a:xfrm>
              <a:off x="3783894" y="6203630"/>
              <a:ext cx="1289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Fibrous cap</a:t>
              </a:r>
            </a:p>
          </p:txBody>
        </p: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FB06350-4159-4E27-B484-5FFEDFB0D8E8}"/>
              </a:ext>
            </a:extLst>
          </p:cNvPr>
          <p:cNvCxnSpPr/>
          <p:nvPr/>
        </p:nvCxnSpPr>
        <p:spPr>
          <a:xfrm>
            <a:off x="968808" y="3554730"/>
            <a:ext cx="470070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B115B8DE-F7EB-4897-25BE-A4AEA657758E}"/>
              </a:ext>
            </a:extLst>
          </p:cNvPr>
          <p:cNvSpPr txBox="1"/>
          <p:nvPr/>
        </p:nvSpPr>
        <p:spPr>
          <a:xfrm>
            <a:off x="822837" y="488374"/>
            <a:ext cx="2048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Plaque classification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BFA7A0D-C0AC-6812-A16B-B7D316E395A9}"/>
              </a:ext>
            </a:extLst>
          </p:cNvPr>
          <p:cNvSpPr txBox="1"/>
          <p:nvPr/>
        </p:nvSpPr>
        <p:spPr>
          <a:xfrm>
            <a:off x="815110" y="3643755"/>
            <a:ext cx="2048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Plaque geometry (LAP)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59C641E-F16C-8FAA-D257-D0CA795387A0}"/>
                  </a:ext>
                </a:extLst>
              </p:cNvPr>
              <p:cNvSpPr txBox="1"/>
              <p:nvPr/>
            </p:nvSpPr>
            <p:spPr>
              <a:xfrm>
                <a:off x="1025553" y="6647214"/>
                <a:ext cx="82065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𝑙𝑒𝑠𝑖𝑜𝑛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59C641E-F16C-8FAA-D257-D0CA79538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553" y="6647214"/>
                <a:ext cx="820652" cy="21544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E86C35A-D279-9D22-E923-DB1B19C79758}"/>
                  </a:ext>
                </a:extLst>
              </p:cNvPr>
              <p:cNvSpPr txBox="1"/>
              <p:nvPr/>
            </p:nvSpPr>
            <p:spPr>
              <a:xfrm>
                <a:off x="3388968" y="6521102"/>
                <a:ext cx="82065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𝑙𝑒𝑠𝑖𝑜𝑛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E86C35A-D279-9D22-E923-DB1B19C79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968" y="6521102"/>
                <a:ext cx="820652" cy="21544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56F00A6-3868-802D-5688-AF9690003DCA}"/>
                  </a:ext>
                </a:extLst>
              </p:cNvPr>
              <p:cNvSpPr txBox="1"/>
              <p:nvPr/>
            </p:nvSpPr>
            <p:spPr>
              <a:xfrm>
                <a:off x="4701319" y="6572235"/>
                <a:ext cx="82065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𝑀𝐿𝐴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56F00A6-3868-802D-5688-AF9690003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319" y="6572235"/>
                <a:ext cx="820652" cy="21544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043601-2A19-7DD1-D2E9-831DA1420DE8}"/>
                  </a:ext>
                </a:extLst>
              </p:cNvPr>
              <p:cNvSpPr txBox="1"/>
              <p:nvPr/>
            </p:nvSpPr>
            <p:spPr>
              <a:xfrm>
                <a:off x="5335340" y="5133383"/>
                <a:ext cx="820652" cy="20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043601-2A19-7DD1-D2E9-831DA1420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340" y="5133383"/>
                <a:ext cx="820652" cy="20246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211BCE-599C-A7EC-51A2-ED0ED4683E93}"/>
              </a:ext>
            </a:extLst>
          </p:cNvPr>
          <p:cNvCxnSpPr>
            <a:cxnSpLocks/>
          </p:cNvCxnSpPr>
          <p:nvPr/>
        </p:nvCxnSpPr>
        <p:spPr>
          <a:xfrm flipV="1">
            <a:off x="5385213" y="5278858"/>
            <a:ext cx="200139" cy="73802"/>
          </a:xfrm>
          <a:prstGeom prst="straightConnector1">
            <a:avLst/>
          </a:prstGeom>
          <a:ln w="3175">
            <a:prstDash val="sysDash"/>
            <a:round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E604E0-5A31-F61D-D3CB-88EB09FD7976}"/>
                  </a:ext>
                </a:extLst>
              </p:cNvPr>
              <p:cNvSpPr txBox="1"/>
              <p:nvPr/>
            </p:nvSpPr>
            <p:spPr>
              <a:xfrm>
                <a:off x="3412716" y="5230598"/>
                <a:ext cx="820652" cy="20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𝑤𝑎𝑙𝑙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E604E0-5A31-F61D-D3CB-88EB09FD7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716" y="5230598"/>
                <a:ext cx="820652" cy="20246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88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D4EC-A5AE-3DC0-E36D-B86F2D18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FBA09560-7680-3495-1AF3-F8A0978842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642938"/>
                  </p:ext>
                </p:extLst>
              </p:nvPr>
            </p:nvGraphicFramePr>
            <p:xfrm>
              <a:off x="3694863" y="5047371"/>
              <a:ext cx="2444973" cy="9358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5662">
                      <a:extLst>
                        <a:ext uri="{9D8B030D-6E8A-4147-A177-3AD203B41FA5}">
                          <a16:colId xmlns:a16="http://schemas.microsoft.com/office/drawing/2014/main" val="3791188800"/>
                        </a:ext>
                      </a:extLst>
                    </a:gridCol>
                    <a:gridCol w="736824">
                      <a:extLst>
                        <a:ext uri="{9D8B030D-6E8A-4147-A177-3AD203B41FA5}">
                          <a16:colId xmlns:a16="http://schemas.microsoft.com/office/drawing/2014/main" val="860762403"/>
                        </a:ext>
                      </a:extLst>
                    </a:gridCol>
                    <a:gridCol w="487898">
                      <a:extLst>
                        <a:ext uri="{9D8B030D-6E8A-4147-A177-3AD203B41FA5}">
                          <a16:colId xmlns:a16="http://schemas.microsoft.com/office/drawing/2014/main" val="1332290004"/>
                        </a:ext>
                      </a:extLst>
                    </a:gridCol>
                    <a:gridCol w="734589">
                      <a:extLst>
                        <a:ext uri="{9D8B030D-6E8A-4147-A177-3AD203B41FA5}">
                          <a16:colId xmlns:a16="http://schemas.microsoft.com/office/drawing/2014/main" val="791517452"/>
                        </a:ext>
                      </a:extLst>
                    </a:gridCol>
                  </a:tblGrid>
                  <a:tr h="3119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9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78,827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9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3.2E-6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2085920"/>
                      </a:ext>
                    </a:extLst>
                  </a:tr>
                  <a:tr h="3119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9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3.9E-7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9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19,706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4876891"/>
                      </a:ext>
                    </a:extLst>
                  </a:tr>
                  <a:tr h="3119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9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128,094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9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19,706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51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FBA09560-7680-3495-1AF3-F8A0978842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642938"/>
                  </p:ext>
                </p:extLst>
              </p:nvPr>
            </p:nvGraphicFramePr>
            <p:xfrm>
              <a:off x="3694863" y="5047371"/>
              <a:ext cx="2444973" cy="9358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5662">
                      <a:extLst>
                        <a:ext uri="{9D8B030D-6E8A-4147-A177-3AD203B41FA5}">
                          <a16:colId xmlns:a16="http://schemas.microsoft.com/office/drawing/2014/main" val="3791188800"/>
                        </a:ext>
                      </a:extLst>
                    </a:gridCol>
                    <a:gridCol w="736824">
                      <a:extLst>
                        <a:ext uri="{9D8B030D-6E8A-4147-A177-3AD203B41FA5}">
                          <a16:colId xmlns:a16="http://schemas.microsoft.com/office/drawing/2014/main" val="860762403"/>
                        </a:ext>
                      </a:extLst>
                    </a:gridCol>
                    <a:gridCol w="487898">
                      <a:extLst>
                        <a:ext uri="{9D8B030D-6E8A-4147-A177-3AD203B41FA5}">
                          <a16:colId xmlns:a16="http://schemas.microsoft.com/office/drawing/2014/main" val="1332290004"/>
                        </a:ext>
                      </a:extLst>
                    </a:gridCol>
                    <a:gridCol w="734589">
                      <a:extLst>
                        <a:ext uri="{9D8B030D-6E8A-4147-A177-3AD203B41FA5}">
                          <a16:colId xmlns:a16="http://schemas.microsoft.com/office/drawing/2014/main" val="791517452"/>
                        </a:ext>
                      </a:extLst>
                    </a:gridCol>
                  </a:tblGrid>
                  <a:tr h="3119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50" r="-4037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78,827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2500" r="-1525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3.2E-6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2085920"/>
                      </a:ext>
                    </a:extLst>
                  </a:tr>
                  <a:tr h="3119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50" t="-101961" r="-403750" b="-1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3.9E-7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2500" t="-101961" r="-152500" b="-1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19,706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4876891"/>
                      </a:ext>
                    </a:extLst>
                  </a:tr>
                  <a:tr h="3119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50" t="-198077" r="-403750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128,094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2500" t="-198077" r="-152500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19,706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516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65632EA-984A-3A93-90DC-5BA4AE7A3B83}"/>
              </a:ext>
            </a:extLst>
          </p:cNvPr>
          <p:cNvGrpSpPr/>
          <p:nvPr/>
        </p:nvGrpSpPr>
        <p:grpSpPr>
          <a:xfrm>
            <a:off x="725554" y="3598300"/>
            <a:ext cx="5576186" cy="3043594"/>
            <a:chOff x="335243" y="3386650"/>
            <a:chExt cx="6356808" cy="346967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548DE49-1E40-79FF-AEFE-5E4EB386D4E4}"/>
                </a:ext>
              </a:extLst>
            </p:cNvPr>
            <p:cNvGrpSpPr/>
            <p:nvPr/>
          </p:nvGrpSpPr>
          <p:grpSpPr>
            <a:xfrm>
              <a:off x="627426" y="3520043"/>
              <a:ext cx="5619648" cy="886055"/>
              <a:chOff x="1497751" y="4042618"/>
              <a:chExt cx="4190767" cy="660762"/>
            </a:xfrm>
          </p:grpSpPr>
          <p:pic>
            <p:nvPicPr>
              <p:cNvPr id="14" name="Google Shape;800;p19">
                <a:extLst>
                  <a:ext uri="{FF2B5EF4-FFF2-40B4-BE49-F238E27FC236}">
                    <a16:creationId xmlns:a16="http://schemas.microsoft.com/office/drawing/2014/main" id="{39DFD7E1-3179-04D8-FCC3-701EF3B8901C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7330" b="4825"/>
              <a:stretch/>
            </p:blipFill>
            <p:spPr>
              <a:xfrm>
                <a:off x="4198894" y="4092255"/>
                <a:ext cx="1489624" cy="611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Google Shape;802;p19">
                <a:extLst>
                  <a:ext uri="{FF2B5EF4-FFF2-40B4-BE49-F238E27FC236}">
                    <a16:creationId xmlns:a16="http://schemas.microsoft.com/office/drawing/2014/main" id="{B6C2D5EF-4101-2AF9-79BC-4A6C54541D83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t="12291" b="4086"/>
              <a:stretch>
                <a:fillRect/>
              </a:stretch>
            </p:blipFill>
            <p:spPr>
              <a:xfrm rot="324640">
                <a:off x="1497751" y="4042618"/>
                <a:ext cx="2695189" cy="5891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3DB1CA3-96FA-0B81-9C97-EE342D2C62D1}"/>
                </a:ext>
              </a:extLst>
            </p:cNvPr>
            <p:cNvCxnSpPr/>
            <p:nvPr/>
          </p:nvCxnSpPr>
          <p:spPr>
            <a:xfrm>
              <a:off x="335243" y="3927429"/>
              <a:ext cx="340604" cy="0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27D93EB-E0E7-40AC-2001-F6C959C123E9}"/>
                </a:ext>
              </a:extLst>
            </p:cNvPr>
            <p:cNvGrpSpPr/>
            <p:nvPr/>
          </p:nvGrpSpPr>
          <p:grpSpPr>
            <a:xfrm>
              <a:off x="335243" y="4320214"/>
              <a:ext cx="6356808" cy="2536108"/>
              <a:chOff x="455607" y="4567365"/>
              <a:chExt cx="6356808" cy="2536108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1356B82C-EA54-6562-1E32-8611DA132A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5607" y="4594913"/>
                <a:ext cx="3147371" cy="2019359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Google Shape;805;p19">
                    <a:extLst>
                      <a:ext uri="{FF2B5EF4-FFF2-40B4-BE49-F238E27FC236}">
                        <a16:creationId xmlns:a16="http://schemas.microsoft.com/office/drawing/2014/main" id="{C8FB3993-771E-F8A6-E8EB-FC64BDDD8629}"/>
                      </a:ext>
                    </a:extLst>
                  </p:cNvPr>
                  <p:cNvSpPr txBox="1"/>
                  <p:nvPr/>
                </p:nvSpPr>
                <p:spPr>
                  <a:xfrm>
                    <a:off x="4978743" y="4762550"/>
                    <a:ext cx="1640678" cy="47244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121900" tIns="60933" rIns="121900" bIns="60933" anchor="t" anchorCtr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𝑢𝑛𝑖𝑡</m:t>
                          </m:r>
                          <m:r>
                            <a:rPr lang="en-US" sz="1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:</m:t>
                          </m:r>
                          <m:r>
                            <a:rPr lang="en-US" sz="1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  <a:sym typeface="Times New Roman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1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𝑑𝑦𝑛</m:t>
                                  </m:r>
                                  <m:r>
                                    <a:rPr lang="en-US" sz="1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  <a:sym typeface="Times New Roman"/>
                                    </a:rPr>
                                    <m:t>∙</m:t>
                                  </m:r>
                                  <m:r>
                                    <a:rPr lang="en-US" sz="1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𝑐</m:t>
                                  </m:r>
                                  <m:sSup>
                                    <m:sSupPr>
                                      <m:ctrlPr>
                                        <a:rPr lang="en-US" sz="10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0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5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sz="1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, </m:t>
                          </m:r>
                          <m:r>
                            <a:rPr lang="en-US" sz="1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𝐶</m:t>
                          </m:r>
                          <m:r>
                            <a:rPr lang="en-US" sz="1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[</m:t>
                          </m:r>
                          <m:f>
                            <m:fPr>
                              <m:ctrlPr>
                                <a:rPr lang="en-US" sz="1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  <a:sym typeface="Times New Roman"/>
                                </a:rPr>
                              </m:ctrlPr>
                            </m:fPr>
                            <m:num>
                              <m:r>
                                <a:rPr lang="en-US" sz="1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  <a:sym typeface="Times New Roman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en-US" sz="1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5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  <a:sym typeface="Times New Roman"/>
                                </a:rPr>
                                <m:t>𝑑𝑦𝑛</m:t>
                              </m:r>
                            </m:den>
                          </m:f>
                          <m:r>
                            <a:rPr lang="en-US" sz="1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]</m:t>
                          </m:r>
                        </m:oMath>
                      </m:oMathPara>
                    </a14:m>
                    <a:endParaRPr sz="2000" dirty="0"/>
                  </a:p>
                </p:txBody>
              </p:sp>
            </mc:Choice>
            <mc:Fallback xmlns="">
              <p:sp>
                <p:nvSpPr>
                  <p:cNvPr id="18" name="Google Shape;805;p19">
                    <a:extLst>
                      <a:ext uri="{FF2B5EF4-FFF2-40B4-BE49-F238E27FC236}">
                        <a16:creationId xmlns:a16="http://schemas.microsoft.com/office/drawing/2014/main" id="{C8FB3993-771E-F8A6-E8EB-FC64BDDD86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8743" y="4762550"/>
                    <a:ext cx="1640678" cy="47244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47" b="-882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Google Shape;805;p19">
                <a:extLst>
                  <a:ext uri="{FF2B5EF4-FFF2-40B4-BE49-F238E27FC236}">
                    <a16:creationId xmlns:a16="http://schemas.microsoft.com/office/drawing/2014/main" id="{A98B3B82-B587-1A1E-03D5-DFC2C0BA44E0}"/>
                  </a:ext>
                </a:extLst>
              </p:cNvPr>
              <p:cNvSpPr txBox="1"/>
              <p:nvPr/>
            </p:nvSpPr>
            <p:spPr>
              <a:xfrm>
                <a:off x="3656029" y="6739222"/>
                <a:ext cx="3156386" cy="35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(b) Outlet Coronary Boundary condition</a:t>
                </a:r>
                <a:endParaRPr sz="12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0F2C3133-7F94-79C9-1500-3F496E273C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823" y="4735772"/>
                <a:ext cx="647700" cy="0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55F9316-EF0E-BEE3-A818-118B0A4EBF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823" y="5285730"/>
                <a:ext cx="119499" cy="0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C604C0E-E332-9A70-1868-4FD824A380AC}"/>
                  </a:ext>
                </a:extLst>
              </p:cNvPr>
              <p:cNvGrpSpPr/>
              <p:nvPr/>
            </p:nvGrpSpPr>
            <p:grpSpPr>
              <a:xfrm>
                <a:off x="532333" y="4735772"/>
                <a:ext cx="3227215" cy="2367701"/>
                <a:chOff x="999077" y="2430335"/>
                <a:chExt cx="2406646" cy="1765677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571E1BA5-4791-EABC-5C19-04F99D798E16}"/>
                    </a:ext>
                  </a:extLst>
                </p:cNvPr>
                <p:cNvGrpSpPr/>
                <p:nvPr/>
              </p:nvGrpSpPr>
              <p:grpSpPr>
                <a:xfrm>
                  <a:off x="999077" y="3713584"/>
                  <a:ext cx="2406646" cy="482428"/>
                  <a:chOff x="609892" y="3696709"/>
                  <a:chExt cx="2406646" cy="482428"/>
                </a:xfrm>
              </p:grpSpPr>
              <p:sp>
                <p:nvSpPr>
                  <p:cNvPr id="10" name="Google Shape;805;p19">
                    <a:extLst>
                      <a:ext uri="{FF2B5EF4-FFF2-40B4-BE49-F238E27FC236}">
                        <a16:creationId xmlns:a16="http://schemas.microsoft.com/office/drawing/2014/main" id="{12C6BE46-FD11-ACD2-8911-EEABFFB0A58F}"/>
                      </a:ext>
                    </a:extLst>
                  </p:cNvPr>
                  <p:cNvSpPr txBox="1"/>
                  <p:nvPr/>
                </p:nvSpPr>
                <p:spPr>
                  <a:xfrm>
                    <a:off x="609892" y="3917533"/>
                    <a:ext cx="2406646" cy="2616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121900" tIns="60933" rIns="121900" bIns="60933" anchor="t" anchorCtr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(a) Inlet and Left Ventricular pressure</a:t>
                    </a:r>
                    <a:endParaRPr sz="120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" name="Google Shape;805;p19">
                        <a:extLst>
                          <a:ext uri="{FF2B5EF4-FFF2-40B4-BE49-F238E27FC236}">
                            <a16:creationId xmlns:a16="http://schemas.microsoft.com/office/drawing/2014/main" id="{924C79EB-DB3E-73CE-7407-BCB6497107D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5288" y="3701734"/>
                        <a:ext cx="586630" cy="240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121900" tIns="60933" rIns="121900" bIns="60933" anchor="t" anchorCtr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sz="1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𝒑𝒆𝒂𝒌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sz="1200" b="1" dirty="0"/>
                      </a:p>
                    </p:txBody>
                  </p:sp>
                </mc:Choice>
                <mc:Fallback xmlns="">
                  <p:sp>
                    <p:nvSpPr>
                      <p:cNvPr id="8" name="Google Shape;805;p19">
                        <a:extLst>
                          <a:ext uri="{FF2B5EF4-FFF2-40B4-BE49-F238E27FC236}">
                            <a16:creationId xmlns:a16="http://schemas.microsoft.com/office/drawing/2014/main" id="{924C79EB-DB3E-73CE-7407-BCB6497107D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5288" y="3701734"/>
                        <a:ext cx="586630" cy="240142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" name="Google Shape;805;p19">
                        <a:extLst>
                          <a:ext uri="{FF2B5EF4-FFF2-40B4-BE49-F238E27FC236}">
                            <a16:creationId xmlns:a16="http://schemas.microsoft.com/office/drawing/2014/main" id="{8B047249-ED1B-020D-A211-A6CBC327B1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24419" y="3696709"/>
                        <a:ext cx="586630" cy="2294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121900" tIns="60933" rIns="121900" bIns="60933" anchor="t" anchorCtr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sz="1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𝒍𝒐𝒘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sz="1200" b="1" dirty="0"/>
                      </a:p>
                    </p:txBody>
                  </p:sp>
                </mc:Choice>
                <mc:Fallback xmlns="">
                  <p:sp>
                    <p:nvSpPr>
                      <p:cNvPr id="9" name="Google Shape;805;p19">
                        <a:extLst>
                          <a:ext uri="{FF2B5EF4-FFF2-40B4-BE49-F238E27FC236}">
                            <a16:creationId xmlns:a16="http://schemas.microsoft.com/office/drawing/2014/main" id="{8B047249-ED1B-020D-A211-A6CBC327B16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24419" y="3696709"/>
                        <a:ext cx="586630" cy="22947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7BE7559-07B1-AC48-7AF5-95ADD0E0C2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82312" y="2430335"/>
                  <a:ext cx="1" cy="1198425"/>
                </a:xfrm>
                <a:prstGeom prst="line">
                  <a:avLst/>
                </a:prstGeom>
                <a:ln w="1270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BAF0F80A-1CA6-BA76-45AA-F17990D44F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9288" y="2840458"/>
                  <a:ext cx="0" cy="788302"/>
                </a:xfrm>
                <a:prstGeom prst="line">
                  <a:avLst/>
                </a:prstGeom>
                <a:ln w="1270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Google Shape;805;p19">
                    <a:extLst>
                      <a:ext uri="{FF2B5EF4-FFF2-40B4-BE49-F238E27FC236}">
                        <a16:creationId xmlns:a16="http://schemas.microsoft.com/office/drawing/2014/main" id="{7538AB07-3679-2E15-E39D-C81A8354F485}"/>
                      </a:ext>
                    </a:extLst>
                  </p:cNvPr>
                  <p:cNvSpPr txBox="1"/>
                  <p:nvPr/>
                </p:nvSpPr>
                <p:spPr>
                  <a:xfrm>
                    <a:off x="1362671" y="4567365"/>
                    <a:ext cx="786647" cy="291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121900" tIns="60933" rIns="121900" bIns="60933" anchor="t" anchorCtr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  <m:t>𝒔𝒚𝒔</m:t>
                              </m:r>
                            </m:sub>
                          </m:sSub>
                        </m:oMath>
                      </m:oMathPara>
                    </a14:m>
                    <a:endParaRPr sz="1000" b="1" dirty="0"/>
                  </a:p>
                </p:txBody>
              </p:sp>
            </mc:Choice>
            <mc:Fallback xmlns="">
              <p:sp>
                <p:nvSpPr>
                  <p:cNvPr id="17" name="Google Shape;805;p19">
                    <a:extLst>
                      <a:ext uri="{FF2B5EF4-FFF2-40B4-BE49-F238E27FC236}">
                        <a16:creationId xmlns:a16="http://schemas.microsoft.com/office/drawing/2014/main" id="{7538AB07-3679-2E15-E39D-C81A8354F4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2671" y="4567365"/>
                    <a:ext cx="786647" cy="29105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4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Google Shape;805;p19">
                    <a:extLst>
                      <a:ext uri="{FF2B5EF4-FFF2-40B4-BE49-F238E27FC236}">
                        <a16:creationId xmlns:a16="http://schemas.microsoft.com/office/drawing/2014/main" id="{9F9F5F6E-5C05-6322-D595-8CB428612425}"/>
                      </a:ext>
                    </a:extLst>
                  </p:cNvPr>
                  <p:cNvSpPr txBox="1"/>
                  <p:nvPr/>
                </p:nvSpPr>
                <p:spPr>
                  <a:xfrm>
                    <a:off x="800823" y="4812370"/>
                    <a:ext cx="528202" cy="2769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121900" tIns="60933" rIns="121900" bIns="60933" anchor="t" anchorCtr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sz="1000" b="1" dirty="0"/>
                  </a:p>
                </p:txBody>
              </p:sp>
            </mc:Choice>
            <mc:Fallback xmlns="">
              <p:sp>
                <p:nvSpPr>
                  <p:cNvPr id="20" name="Google Shape;805;p19">
                    <a:extLst>
                      <a:ext uri="{FF2B5EF4-FFF2-40B4-BE49-F238E27FC236}">
                        <a16:creationId xmlns:a16="http://schemas.microsoft.com/office/drawing/2014/main" id="{9F9F5F6E-5C05-6322-D595-8CB4286124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0823" y="4812370"/>
                    <a:ext cx="528202" cy="2769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17FC6493-5813-2D43-E1FF-F0601F60FB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322" y="4762550"/>
                <a:ext cx="0" cy="488138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B3B8371-911A-B948-3D22-1BDBD06EA2C4}"/>
                </a:ext>
              </a:extLst>
            </p:cNvPr>
            <p:cNvCxnSpPr>
              <a:cxnSpLocks/>
              <a:stCxn id="44" idx="1"/>
            </p:cNvCxnSpPr>
            <p:nvPr/>
          </p:nvCxnSpPr>
          <p:spPr>
            <a:xfrm flipH="1">
              <a:off x="800823" y="3540511"/>
              <a:ext cx="880340" cy="2036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Google Shape;805;p19">
                  <a:extLst>
                    <a:ext uri="{FF2B5EF4-FFF2-40B4-BE49-F238E27FC236}">
                      <a16:creationId xmlns:a16="http://schemas.microsoft.com/office/drawing/2014/main" id="{D733529B-63F3-E5AA-7950-98FD0C8BA91B}"/>
                    </a:ext>
                  </a:extLst>
                </p:cNvPr>
                <p:cNvSpPr txBox="1"/>
                <p:nvPr/>
              </p:nvSpPr>
              <p:spPr>
                <a:xfrm>
                  <a:off x="1681163" y="3386650"/>
                  <a:ext cx="1333849" cy="3077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60933" rIns="121900" bIns="60933" anchor="t" anchorCtr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𝑭𝒊𝒙𝒆𝒅</m:t>
                        </m:r>
                        <m:r>
                          <a:rPr lang="en-US" sz="1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sz="1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𝒔𝒖𝒑𝒑𝒐𝒓𝒕</m:t>
                        </m:r>
                      </m:oMath>
                    </m:oMathPara>
                  </a14:m>
                  <a:endParaRPr sz="1200" b="1" dirty="0"/>
                </a:p>
              </p:txBody>
            </p:sp>
          </mc:Choice>
          <mc:Fallback xmlns="">
            <p:sp>
              <p:nvSpPr>
                <p:cNvPr id="44" name="Google Shape;805;p19">
                  <a:extLst>
                    <a:ext uri="{FF2B5EF4-FFF2-40B4-BE49-F238E27FC236}">
                      <a16:creationId xmlns:a16="http://schemas.microsoft.com/office/drawing/2014/main" id="{D733529B-63F3-E5AA-7950-98FD0C8BA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1163" y="3386650"/>
                  <a:ext cx="1333849" cy="307722"/>
                </a:xfrm>
                <a:prstGeom prst="rect">
                  <a:avLst/>
                </a:prstGeom>
                <a:blipFill>
                  <a:blip r:embed="rId12"/>
                  <a:stretch>
                    <a:fillRect l="-2083" b="-88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42B4E9F-AF58-8200-A598-86EDF15A7F3A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3015012" y="3540511"/>
              <a:ext cx="1099788" cy="153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583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30AB94F6-5102-FF1B-27E1-850A858DD7BE}"/>
              </a:ext>
            </a:extLst>
          </p:cNvPr>
          <p:cNvGrpSpPr/>
          <p:nvPr/>
        </p:nvGrpSpPr>
        <p:grpSpPr>
          <a:xfrm>
            <a:off x="814574" y="1312489"/>
            <a:ext cx="3607654" cy="1736658"/>
            <a:chOff x="853294" y="1252901"/>
            <a:chExt cx="3607654" cy="1736658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93197F8-BE59-E1DA-75C1-6870BBB26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3294" y="1252901"/>
              <a:ext cx="3568335" cy="1349876"/>
            </a:xfrm>
            <a:prstGeom prst="rect">
              <a:avLst/>
            </a:prstGeom>
          </p:spPr>
        </p:pic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55FF694-1088-F0A8-5175-BC4361A6DCAD}"/>
                </a:ext>
              </a:extLst>
            </p:cNvPr>
            <p:cNvGrpSpPr/>
            <p:nvPr/>
          </p:nvGrpSpPr>
          <p:grpSpPr>
            <a:xfrm>
              <a:off x="939176" y="1316897"/>
              <a:ext cx="3521772" cy="1672662"/>
              <a:chOff x="939176" y="1316897"/>
              <a:chExt cx="3521772" cy="167266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7296C70-1A03-A524-3570-8C89F9BBD930}"/>
                      </a:ext>
                    </a:extLst>
                  </p:cNvPr>
                  <p:cNvSpPr txBox="1"/>
                  <p:nvPr/>
                </p:nvSpPr>
                <p:spPr>
                  <a:xfrm>
                    <a:off x="3796407" y="1443104"/>
                    <a:ext cx="664541" cy="16158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𝑙𝑒𝑠𝑖𝑜𝑛</m:t>
                              </m:r>
                            </m:sub>
                          </m:sSub>
                        </m:oMath>
                      </m:oMathPara>
                    </a14:m>
                    <a:endParaRPr lang="en-US" sz="1050" b="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7296C70-1A03-A524-3570-8C89F9BBD9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96407" y="1443104"/>
                    <a:ext cx="664541" cy="16158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35" r="-1835" b="-192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BB0950F-549C-5231-731E-409799C93A31}"/>
                      </a:ext>
                    </a:extLst>
                  </p:cNvPr>
                  <p:cNvSpPr txBox="1"/>
                  <p:nvPr/>
                </p:nvSpPr>
                <p:spPr>
                  <a:xfrm>
                    <a:off x="939176" y="1376375"/>
                    <a:ext cx="765530" cy="16158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= −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𝑙𝑒𝑠𝑖𝑜𝑛</m:t>
                              </m:r>
                            </m:sub>
                          </m:sSub>
                        </m:oMath>
                      </m:oMathPara>
                    </a14:m>
                    <a:endParaRPr lang="en-US" sz="1050" b="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BB0950F-549C-5231-731E-409799C93A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176" y="1376375"/>
                    <a:ext cx="765530" cy="16158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400" r="-2400" b="-192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99429EB-F709-EB8C-8836-91DCEB0213F0}"/>
                  </a:ext>
                </a:extLst>
              </p:cNvPr>
              <p:cNvGrpSpPr/>
              <p:nvPr/>
            </p:nvGrpSpPr>
            <p:grpSpPr>
              <a:xfrm>
                <a:off x="2436009" y="2803782"/>
                <a:ext cx="1433896" cy="185777"/>
                <a:chOff x="2620220" y="626061"/>
                <a:chExt cx="1851985" cy="23994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95EC9772-9B9A-52B7-79FB-9118A99850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71417" y="626061"/>
                      <a:ext cx="700788" cy="20869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𝐿𝐴</m:t>
                            </m:r>
                            <m:r>
                              <a:rPr lang="en-US" sz="105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=0.3</m:t>
                            </m:r>
                          </m:oMath>
                        </m:oMathPara>
                      </a14:m>
                      <a:endParaRPr lang="en-US" sz="105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95EC9772-9B9A-52B7-79FB-9118A99850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71417" y="626061"/>
                      <a:ext cx="700788" cy="20869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5618" r="-5618" b="-115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F6F0C078-4D03-D08F-1DBE-0036782E4CD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20220" y="657309"/>
                      <a:ext cx="700788" cy="20869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𝐿𝐴</m:t>
                            </m:r>
                            <m:r>
                              <a:rPr lang="en-US" sz="105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=0.3</m:t>
                            </m:r>
                          </m:oMath>
                        </m:oMathPara>
                      </a14:m>
                      <a:endParaRPr lang="en-US" sz="105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F6F0C078-4D03-D08F-1DBE-0036782E4CD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20220" y="657309"/>
                      <a:ext cx="700788" cy="20869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5618" r="-5618" b="-115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89DF1A9-F0F8-265B-6096-232298967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5159" y="2405162"/>
                <a:ext cx="0" cy="438708"/>
              </a:xfrm>
              <a:prstGeom prst="line">
                <a:avLst/>
              </a:prstGeom>
              <a:ln w="3175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0C9F098-29A2-708F-0A4A-67637C7D1FBE}"/>
                      </a:ext>
                    </a:extLst>
                  </p:cNvPr>
                  <p:cNvSpPr txBox="1"/>
                  <p:nvPr/>
                </p:nvSpPr>
                <p:spPr>
                  <a:xfrm rot="21400791">
                    <a:off x="1577075" y="2527998"/>
                    <a:ext cx="820652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𝑃𝑟𝑜𝑥𝑖𝑚𝑎𝑙</m:t>
                          </m:r>
                        </m:oMath>
                      </m:oMathPara>
                    </a14:m>
                    <a:endParaRPr lang="en-US" sz="700" dirty="0"/>
                  </a:p>
                </p:txBody>
              </p:sp>
            </mc:Choice>
            <mc:Fallback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0C9F098-29A2-708F-0A4A-67637C7D1F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400791">
                    <a:off x="1577075" y="2527998"/>
                    <a:ext cx="820652" cy="20005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C25B6CC2-19E4-EA03-AC85-F332CF9753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822" y="2715413"/>
                <a:ext cx="1390592" cy="94707"/>
              </a:xfrm>
              <a:prstGeom prst="straightConnector1">
                <a:avLst/>
              </a:prstGeom>
              <a:ln w="3175">
                <a:round/>
                <a:headEnd type="triangle" w="sm" len="sm"/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955CDDF-E7C0-1300-F813-929DD8B1DBC7}"/>
                      </a:ext>
                    </a:extLst>
                  </p:cNvPr>
                  <p:cNvSpPr txBox="1"/>
                  <p:nvPr/>
                </p:nvSpPr>
                <p:spPr>
                  <a:xfrm>
                    <a:off x="992726" y="1862196"/>
                    <a:ext cx="517567" cy="16158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𝐹𝑙𝑜𝑤</m:t>
                          </m:r>
                        </m:oMath>
                      </m:oMathPara>
                    </a14:m>
                    <a:endParaRPr lang="en-US" sz="1050" b="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955CDDF-E7C0-1300-F813-929DD8B1DB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2726" y="1862196"/>
                    <a:ext cx="517567" cy="16158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D062E2D-6173-35D8-F3BA-21198473F2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3468" y="2055267"/>
                <a:ext cx="517567" cy="24662"/>
              </a:xfrm>
              <a:prstGeom prst="straightConnector1">
                <a:avLst/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D19BAE6-EC46-03C5-3D38-513599289C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0317" y="2285339"/>
                <a:ext cx="0" cy="438708"/>
              </a:xfrm>
              <a:prstGeom prst="line">
                <a:avLst/>
              </a:prstGeom>
              <a:ln w="31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6EAD215-B334-531A-EBF9-2CBE251DAB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5592" y="2203982"/>
                <a:ext cx="0" cy="438708"/>
              </a:xfrm>
              <a:prstGeom prst="line">
                <a:avLst/>
              </a:prstGeom>
              <a:ln w="31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6487013-C90A-129B-6B76-85EB8A192A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250" y="2185808"/>
                <a:ext cx="0" cy="438708"/>
              </a:xfrm>
              <a:prstGeom prst="line">
                <a:avLst/>
              </a:prstGeom>
              <a:ln w="3175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15F0DE14-9105-2233-F2DD-F00EEF3E9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5442" y="2645800"/>
                <a:ext cx="832783" cy="62548"/>
              </a:xfrm>
              <a:prstGeom prst="straightConnector1">
                <a:avLst/>
              </a:prstGeom>
              <a:ln w="3175">
                <a:round/>
                <a:headEnd type="triangle" w="sm" len="sm"/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D6EA8C99-1828-D9F5-7047-D34E421533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5529" y="2623127"/>
                <a:ext cx="317821" cy="22284"/>
              </a:xfrm>
              <a:prstGeom prst="straightConnector1">
                <a:avLst/>
              </a:prstGeom>
              <a:ln w="3175">
                <a:round/>
                <a:headEnd type="triangle" w="sm" len="sm"/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F4914EEC-F974-55B3-D4F5-99EB8DE0E341}"/>
                      </a:ext>
                    </a:extLst>
                  </p:cNvPr>
                  <p:cNvSpPr txBox="1"/>
                  <p:nvPr/>
                </p:nvSpPr>
                <p:spPr>
                  <a:xfrm rot="21400791">
                    <a:off x="2715964" y="2466225"/>
                    <a:ext cx="820652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𝑀𝑖𝑑</m:t>
                          </m:r>
                        </m:oMath>
                      </m:oMathPara>
                    </a14:m>
                    <a:endParaRPr lang="en-US" sz="700" dirty="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F4914EEC-F974-55B3-D4F5-99EB8DE0E3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400791">
                    <a:off x="2715964" y="2466225"/>
                    <a:ext cx="820652" cy="20005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7EFB8EBF-FE89-2B10-E336-57807A5259E3}"/>
                      </a:ext>
                    </a:extLst>
                  </p:cNvPr>
                  <p:cNvSpPr txBox="1"/>
                  <p:nvPr/>
                </p:nvSpPr>
                <p:spPr>
                  <a:xfrm rot="21400791">
                    <a:off x="3374113" y="2431032"/>
                    <a:ext cx="820652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𝐷𝑖𝑠𝑡𝑎𝑙</m:t>
                          </m:r>
                        </m:oMath>
                      </m:oMathPara>
                    </a14:m>
                    <a:endParaRPr lang="en-US" sz="700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7EFB8EBF-FE89-2B10-E336-57807A5259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400791">
                    <a:off x="3374113" y="2431032"/>
                    <a:ext cx="820652" cy="20005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E8133A86-E515-DDE6-2339-C1A65BB7A4FD}"/>
                      </a:ext>
                    </a:extLst>
                  </p:cNvPr>
                  <p:cNvSpPr txBox="1"/>
                  <p:nvPr/>
                </p:nvSpPr>
                <p:spPr>
                  <a:xfrm rot="213051">
                    <a:off x="3115291" y="1316897"/>
                    <a:ext cx="666849" cy="10772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700" b="1" i="1" smtClean="0">
                              <a:latin typeface="Cambria Math" panose="02040503050406030204" pitchFamily="18" charset="0"/>
                            </a:rPr>
                            <m:t>𝑹𝒖𝒑𝒕𝒖𝒓𝒆</m:t>
                          </m:r>
                          <m:r>
                            <a:rPr lang="en-US" sz="7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700" b="1" i="1" smtClean="0">
                              <a:latin typeface="Cambria Math" panose="02040503050406030204" pitchFamily="18" charset="0"/>
                            </a:rPr>
                            <m:t>𝑷𝒍𝒂𝒏𝒆</m:t>
                          </m:r>
                        </m:oMath>
                      </m:oMathPara>
                    </a14:m>
                    <a:endParaRPr lang="en-US" sz="700" b="1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E8133A86-E515-DDE6-2339-C1A65BB7A4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3051">
                    <a:off x="3115291" y="1316897"/>
                    <a:ext cx="666849" cy="10772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505" r="-3604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36016D6-857E-F739-A2EA-B1CB1338D369}"/>
              </a:ext>
            </a:extLst>
          </p:cNvPr>
          <p:cNvGrpSpPr/>
          <p:nvPr/>
        </p:nvGrpSpPr>
        <p:grpSpPr>
          <a:xfrm>
            <a:off x="4548621" y="1504952"/>
            <a:ext cx="1424493" cy="1295684"/>
            <a:chOff x="4604579" y="1443104"/>
            <a:chExt cx="1424493" cy="1295684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B4B13937-A7A6-8F52-3C32-A3E5EFF62F71}"/>
                </a:ext>
              </a:extLst>
            </p:cNvPr>
            <p:cNvSpPr/>
            <p:nvPr/>
          </p:nvSpPr>
          <p:spPr>
            <a:xfrm>
              <a:off x="4604579" y="1443104"/>
              <a:ext cx="1348972" cy="1295684"/>
            </a:xfrm>
            <a:prstGeom prst="roundRect">
              <a:avLst>
                <a:gd name="adj" fmla="val 6558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/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BBC0BE55-C30A-EC4D-FBDD-388E516B9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46198" y="1655143"/>
              <a:ext cx="1078469" cy="1051351"/>
            </a:xfrm>
            <a:prstGeom prst="rect">
              <a:avLst/>
            </a:prstGeom>
          </p:spPr>
        </p:pic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533A7D1-987A-F6BB-2928-E146652949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5726" y="1459985"/>
              <a:ext cx="8489" cy="95542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DAE6C390-A2DE-4A01-1BF2-C2D6F4B02C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7555" y="1543699"/>
              <a:ext cx="241388" cy="879902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F079F5E-0665-587B-8741-32B73CEAD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3310" y="2336097"/>
              <a:ext cx="745762" cy="8750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0" name="Arc 89">
              <a:extLst>
                <a:ext uri="{FF2B5EF4-FFF2-40B4-BE49-F238E27FC236}">
                  <a16:creationId xmlns:a16="http://schemas.microsoft.com/office/drawing/2014/main" id="{C2553DE1-565B-97A9-0701-2E2E28B6803B}"/>
                </a:ext>
              </a:extLst>
            </p:cNvPr>
            <p:cNvSpPr/>
            <p:nvPr/>
          </p:nvSpPr>
          <p:spPr>
            <a:xfrm rot="19676893">
              <a:off x="5266371" y="1771663"/>
              <a:ext cx="185417" cy="164668"/>
            </a:xfrm>
            <a:prstGeom prst="arc">
              <a:avLst>
                <a:gd name="adj1" fmla="val 15343881"/>
                <a:gd name="adj2" fmla="val 940088"/>
              </a:avLst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BF4D6FE-582F-40D1-3CCA-B7E0B2A59AA2}"/>
                    </a:ext>
                  </a:extLst>
                </p:cNvPr>
                <p:cNvSpPr txBox="1"/>
                <p:nvPr/>
              </p:nvSpPr>
              <p:spPr>
                <a:xfrm>
                  <a:off x="5104004" y="2376514"/>
                  <a:ext cx="414987" cy="208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𝑙𝑖𝑝𝑖𝑑</m:t>
                            </m:r>
                          </m:sub>
                        </m:sSub>
                      </m:oMath>
                    </m:oMathPara>
                  </a14:m>
                  <a:endParaRPr lang="en-US" sz="7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BF4D6FE-582F-40D1-3CCA-B7E0B2A59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4004" y="2376514"/>
                  <a:ext cx="414987" cy="20832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Arc 91">
              <a:extLst>
                <a:ext uri="{FF2B5EF4-FFF2-40B4-BE49-F238E27FC236}">
                  <a16:creationId xmlns:a16="http://schemas.microsoft.com/office/drawing/2014/main" id="{03ABE53A-4A10-A0B0-FC84-388DA3287905}"/>
                </a:ext>
              </a:extLst>
            </p:cNvPr>
            <p:cNvSpPr/>
            <p:nvPr/>
          </p:nvSpPr>
          <p:spPr>
            <a:xfrm rot="3533531">
              <a:off x="5251907" y="2294903"/>
              <a:ext cx="185417" cy="164668"/>
            </a:xfrm>
            <a:prstGeom prst="arc">
              <a:avLst>
                <a:gd name="adj1" fmla="val 12555792"/>
                <a:gd name="adj2" fmla="val 19518479"/>
              </a:avLst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4A83AF0-0100-4C4D-E2C6-264F572DF922}"/>
                    </a:ext>
                  </a:extLst>
                </p:cNvPr>
                <p:cNvSpPr txBox="1"/>
                <p:nvPr/>
              </p:nvSpPr>
              <p:spPr>
                <a:xfrm>
                  <a:off x="5462941" y="1601424"/>
                  <a:ext cx="539276" cy="208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𝑟𝑢𝑝𝑡𝑢𝑟𝑒</m:t>
                            </m:r>
                          </m:sub>
                        </m:sSub>
                      </m:oMath>
                    </m:oMathPara>
                  </a14:m>
                  <a:endParaRPr lang="en-US" sz="7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4A83AF0-0100-4C4D-E2C6-264F572DF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941" y="1601424"/>
                  <a:ext cx="539276" cy="20832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C45B22E-F516-B416-521E-9572F7D83F90}"/>
                </a:ext>
              </a:extLst>
            </p:cNvPr>
            <p:cNvSpPr/>
            <p:nvPr/>
          </p:nvSpPr>
          <p:spPr>
            <a:xfrm>
              <a:off x="5336220" y="2154985"/>
              <a:ext cx="45720" cy="4572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FC74A4B-2049-0024-4323-72B6F6844C8F}"/>
                  </a:ext>
                </a:extLst>
              </p:cNvPr>
              <p:cNvSpPr txBox="1"/>
              <p:nvPr/>
            </p:nvSpPr>
            <p:spPr>
              <a:xfrm>
                <a:off x="4343973" y="3125806"/>
                <a:ext cx="1771001" cy="2630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𝑃𝑙𝑎𝑞𝑢𝑒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𝑆𝑡𝑟𝑢𝑐𝑡𝑢𝑟𝑎𝑙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𝑆𝑡𝑟𝑒𝑠𝑠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 [</m:t>
                      </m:r>
                      <m:f>
                        <m:fPr>
                          <m:ctrlPr>
                            <a:rPr lang="en-US" sz="9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𝑑𝑦𝑛</m:t>
                          </m:r>
                        </m:num>
                        <m:den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FC74A4B-2049-0024-4323-72B6F6844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973" y="3125806"/>
                <a:ext cx="1771001" cy="263021"/>
              </a:xfrm>
              <a:prstGeom prst="rect">
                <a:avLst/>
              </a:prstGeom>
              <a:blipFill>
                <a:blip r:embed="rId14"/>
                <a:stretch>
                  <a:fillRect t="-4651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89A28C7D-3396-6B99-B252-D26743B005BF}"/>
                  </a:ext>
                </a:extLst>
              </p:cNvPr>
              <p:cNvSpPr txBox="1"/>
              <p:nvPr/>
            </p:nvSpPr>
            <p:spPr>
              <a:xfrm>
                <a:off x="1272770" y="3101785"/>
                <a:ext cx="26517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𝐿𝑢𝑚𝑒𝑛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𝐿𝐴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𝑙𝑢𝑚𝑒𝑛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𝑛𝑜𝑟𝑚𝑎𝑙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89A28C7D-3396-6B99-B252-D26743B00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770" y="3101785"/>
                <a:ext cx="2651760" cy="276999"/>
              </a:xfrm>
              <a:prstGeom prst="rect">
                <a:avLst/>
              </a:prstGeom>
              <a:blipFill>
                <a:blip r:embed="rId1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417A27A-6F20-0FF2-E739-789480DB71C0}"/>
              </a:ext>
            </a:extLst>
          </p:cNvPr>
          <p:cNvGrpSpPr/>
          <p:nvPr/>
        </p:nvGrpSpPr>
        <p:grpSpPr>
          <a:xfrm>
            <a:off x="4285135" y="2799707"/>
            <a:ext cx="1884433" cy="341273"/>
            <a:chOff x="4236218" y="2782539"/>
            <a:chExt cx="1997864" cy="345974"/>
          </a:xfrm>
        </p:grpSpPr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93645631-764F-4CA9-1531-6C007F9BF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573870" y="2928759"/>
              <a:ext cx="1311206" cy="19975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10D841B-8F83-AC81-70DF-A92F87F6F16E}"/>
                    </a:ext>
                  </a:extLst>
                </p:cNvPr>
                <p:cNvSpPr txBox="1"/>
                <p:nvPr/>
              </p:nvSpPr>
              <p:spPr>
                <a:xfrm>
                  <a:off x="4236218" y="2787480"/>
                  <a:ext cx="820652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700" b="0" i="1" smtClean="0">
                            <a:latin typeface="Cambria Math" panose="02040503050406030204" pitchFamily="18" charset="0"/>
                          </a:rPr>
                          <m:t>−1.1</m:t>
                        </m:r>
                        <m:r>
                          <a:rPr lang="en-US" sz="7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7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700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10D841B-8F83-AC81-70DF-A92F87F6F1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6218" y="2787480"/>
                  <a:ext cx="820652" cy="20005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BA51B5BB-DF58-131A-B69F-B5A56A12C0FF}"/>
                    </a:ext>
                  </a:extLst>
                </p:cNvPr>
                <p:cNvSpPr txBox="1"/>
                <p:nvPr/>
              </p:nvSpPr>
              <p:spPr>
                <a:xfrm>
                  <a:off x="4788487" y="2782539"/>
                  <a:ext cx="820652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7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7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7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700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BA51B5BB-DF58-131A-B69F-B5A56A12C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487" y="2782539"/>
                  <a:ext cx="820652" cy="20005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B55D777-F075-7326-23F4-B5F2DEE6FCC4}"/>
                    </a:ext>
                  </a:extLst>
                </p:cNvPr>
                <p:cNvSpPr txBox="1"/>
                <p:nvPr/>
              </p:nvSpPr>
              <p:spPr>
                <a:xfrm>
                  <a:off x="5413430" y="2787480"/>
                  <a:ext cx="820652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700" b="0" i="1" smtClean="0">
                            <a:latin typeface="Cambria Math" panose="02040503050406030204" pitchFamily="18" charset="0"/>
                          </a:rPr>
                          <m:t>1.1</m:t>
                        </m:r>
                        <m:r>
                          <a:rPr lang="en-US" sz="7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7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700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B55D777-F075-7326-23F4-B5F2DEE6F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430" y="2787480"/>
                  <a:ext cx="820652" cy="20005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19687DE3-821B-F69E-B313-116043C005C8}"/>
              </a:ext>
            </a:extLst>
          </p:cNvPr>
          <p:cNvSpPr txBox="1"/>
          <p:nvPr/>
        </p:nvSpPr>
        <p:spPr>
          <a:xfrm>
            <a:off x="648862" y="1035490"/>
            <a:ext cx="2048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Axial Rupture Location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C7F06A9-61A2-7357-0724-8C1DD2F7E7A9}"/>
              </a:ext>
            </a:extLst>
          </p:cNvPr>
          <p:cNvSpPr txBox="1"/>
          <p:nvPr/>
        </p:nvSpPr>
        <p:spPr>
          <a:xfrm>
            <a:off x="4160257" y="1038618"/>
            <a:ext cx="2048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Rupture Plane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311EC56-CF48-15FA-4D33-751DADAE666F}"/>
              </a:ext>
            </a:extLst>
          </p:cNvPr>
          <p:cNvCxnSpPr>
            <a:cxnSpLocks/>
          </p:cNvCxnSpPr>
          <p:nvPr/>
        </p:nvCxnSpPr>
        <p:spPr>
          <a:xfrm flipV="1">
            <a:off x="5352291" y="1771650"/>
            <a:ext cx="137284" cy="58384"/>
          </a:xfrm>
          <a:prstGeom prst="straightConnector1">
            <a:avLst/>
          </a:prstGeom>
          <a:ln w="3175">
            <a:prstDash val="sysDash"/>
            <a:round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32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AD0F-3734-4BC1-3435-F0C50A621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A7B584-A634-4D15-2B8E-1F68C1E1C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5" y="687797"/>
            <a:ext cx="6209030" cy="5815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9AF78A-6574-A4E3-9FEE-E74DCE25C174}"/>
              </a:ext>
            </a:extLst>
          </p:cNvPr>
          <p:cNvSpPr txBox="1"/>
          <p:nvPr/>
        </p:nvSpPr>
        <p:spPr>
          <a:xfrm>
            <a:off x="324485" y="346369"/>
            <a:ext cx="3455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LAP and CP data input and output correlation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DF4625-E592-A3BE-79BB-1737ACE7F1A8}"/>
              </a:ext>
            </a:extLst>
          </p:cNvPr>
          <p:cNvSpPr txBox="1"/>
          <p:nvPr/>
        </p:nvSpPr>
        <p:spPr>
          <a:xfrm>
            <a:off x="324484" y="6710086"/>
            <a:ext cx="3546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Fibrous cap thickness and output correlation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5C0D39A-8D88-0910-23E8-0E5936A3F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5" y="6987085"/>
            <a:ext cx="6209030" cy="122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33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B0250C4-7656-9E51-D049-AB324B5D6FD9}"/>
              </a:ext>
            </a:extLst>
          </p:cNvPr>
          <p:cNvGrpSpPr/>
          <p:nvPr/>
        </p:nvGrpSpPr>
        <p:grpSpPr>
          <a:xfrm>
            <a:off x="227027" y="1864992"/>
            <a:ext cx="6403946" cy="2626463"/>
            <a:chOff x="227027" y="1864992"/>
            <a:chExt cx="6403946" cy="2626463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4B47479-D3C9-B2AF-9D6F-D24EE19EE6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4970"/>
            <a:stretch>
              <a:fillRect/>
            </a:stretch>
          </p:blipFill>
          <p:spPr>
            <a:xfrm>
              <a:off x="227027" y="2124075"/>
              <a:ext cx="6403946" cy="236738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266EBF-3C8B-BB34-E654-4702E74E9CB9}"/>
                </a:ext>
              </a:extLst>
            </p:cNvPr>
            <p:cNvSpPr txBox="1"/>
            <p:nvPr/>
          </p:nvSpPr>
          <p:spPr>
            <a:xfrm>
              <a:off x="1049114" y="1864993"/>
              <a:ext cx="1717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A) Individual Sobol Indices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00C34A5-5C71-1EDE-9827-A31246AAB528}"/>
                </a:ext>
              </a:extLst>
            </p:cNvPr>
            <p:cNvSpPr txBox="1"/>
            <p:nvPr/>
          </p:nvSpPr>
          <p:spPr>
            <a:xfrm>
              <a:off x="4043074" y="1864992"/>
              <a:ext cx="20195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 Group Sobol Indices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928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6C586D3B-3048-B9B3-8EE2-C77A7D2CC726}"/>
              </a:ext>
            </a:extLst>
          </p:cNvPr>
          <p:cNvGrpSpPr/>
          <p:nvPr/>
        </p:nvGrpSpPr>
        <p:grpSpPr>
          <a:xfrm>
            <a:off x="876412" y="744196"/>
            <a:ext cx="5105175" cy="4542179"/>
            <a:chOff x="501651" y="725146"/>
            <a:chExt cx="5428800" cy="491360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04BFA8-AA00-E200-83AF-A98773E5C3F1}"/>
                </a:ext>
              </a:extLst>
            </p:cNvPr>
            <p:cNvSpPr txBox="1"/>
            <p:nvPr/>
          </p:nvSpPr>
          <p:spPr>
            <a:xfrm>
              <a:off x="673735" y="725146"/>
              <a:ext cx="34550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A) Circumferential rupture location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E00B7D-A5EA-E58F-8BC3-43BBD9A571FC}"/>
                </a:ext>
              </a:extLst>
            </p:cNvPr>
            <p:cNvSpPr txBox="1"/>
            <p:nvPr/>
          </p:nvSpPr>
          <p:spPr>
            <a:xfrm>
              <a:off x="673735" y="3283033"/>
              <a:ext cx="34550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 Axial rupture location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54D9381-6828-9A62-5C65-330ABD40F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449"/>
            <a:stretch>
              <a:fillRect/>
            </a:stretch>
          </p:blipFill>
          <p:spPr>
            <a:xfrm>
              <a:off x="501651" y="3817009"/>
              <a:ext cx="5428800" cy="1821738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9885905-D501-89FE-4DE1-498AFF4CA4E9}"/>
                </a:ext>
              </a:extLst>
            </p:cNvPr>
            <p:cNvGrpSpPr/>
            <p:nvPr/>
          </p:nvGrpSpPr>
          <p:grpSpPr>
            <a:xfrm>
              <a:off x="501651" y="983050"/>
              <a:ext cx="5428800" cy="2161483"/>
              <a:chOff x="501651" y="3728141"/>
              <a:chExt cx="5428800" cy="2161483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DD8D6DE4-7598-5D8C-047E-6EE7AF493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9394" b="-346"/>
              <a:stretch>
                <a:fillRect/>
              </a:stretch>
            </p:blipFill>
            <p:spPr>
              <a:xfrm>
                <a:off x="501651" y="4016375"/>
                <a:ext cx="5428800" cy="1873249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343836-84CC-0F9A-965D-AF17D141E302}"/>
                  </a:ext>
                </a:extLst>
              </p:cNvPr>
              <p:cNvSpPr txBox="1"/>
              <p:nvPr/>
            </p:nvSpPr>
            <p:spPr>
              <a:xfrm>
                <a:off x="1066800" y="3728141"/>
                <a:ext cx="187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endParaRPr lang="en-US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0F01F17-E7A6-391F-633D-6B847628F72C}"/>
                </a:ext>
              </a:extLst>
            </p:cNvPr>
            <p:cNvGrpSpPr/>
            <p:nvPr/>
          </p:nvGrpSpPr>
          <p:grpSpPr>
            <a:xfrm>
              <a:off x="1156335" y="1015362"/>
              <a:ext cx="4342765" cy="266243"/>
              <a:chOff x="1156335" y="1015362"/>
              <a:chExt cx="4342765" cy="266243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3DD2C81-C124-344E-0805-522ECCD18E1F}"/>
                  </a:ext>
                </a:extLst>
              </p:cNvPr>
              <p:cNvSpPr txBox="1"/>
              <p:nvPr/>
            </p:nvSpPr>
            <p:spPr>
              <a:xfrm>
                <a:off x="1156335" y="1015362"/>
                <a:ext cx="160655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PSS based VI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92D09009-42D1-1146-B182-EAA7036F09A5}"/>
                      </a:ext>
                    </a:extLst>
                  </p:cNvPr>
                  <p:cNvSpPr txBox="1"/>
                  <p:nvPr/>
                </p:nvSpPr>
                <p:spPr>
                  <a:xfrm>
                    <a:off x="3892550" y="1019995"/>
                    <a:ext cx="1606550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</m:oMath>
                    </a14:m>
                    <a:r>
                      <a: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PSS based VI</a:t>
                    </a:r>
                  </a:p>
                </p:txBody>
              </p:sp>
            </mc:Choice>
            <mc:Fallback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92D09009-42D1-1146-B182-EAA7036F09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92550" y="1019995"/>
                    <a:ext cx="1606550" cy="2616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82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4B94C47-4751-1C49-A73F-6EF74A0AAFD2}"/>
                </a:ext>
              </a:extLst>
            </p:cNvPr>
            <p:cNvGrpSpPr/>
            <p:nvPr/>
          </p:nvGrpSpPr>
          <p:grpSpPr>
            <a:xfrm>
              <a:off x="1156335" y="3577882"/>
              <a:ext cx="4342765" cy="261610"/>
              <a:chOff x="1156335" y="1015362"/>
              <a:chExt cx="4342765" cy="261610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FED2E9-1C90-7CCB-486C-E72D5F5ADD7E}"/>
                  </a:ext>
                </a:extLst>
              </p:cNvPr>
              <p:cNvSpPr txBox="1"/>
              <p:nvPr/>
            </p:nvSpPr>
            <p:spPr>
              <a:xfrm>
                <a:off x="1156335" y="1015362"/>
                <a:ext cx="160655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PSS based VI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02276403-7E32-AB32-FB08-E7D97292106A}"/>
                      </a:ext>
                    </a:extLst>
                  </p:cNvPr>
                  <p:cNvSpPr txBox="1"/>
                  <p:nvPr/>
                </p:nvSpPr>
                <p:spPr>
                  <a:xfrm>
                    <a:off x="3892550" y="1015362"/>
                    <a:ext cx="1606550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</m:oMath>
                    </a14:m>
                    <a:r>
                      <a: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PSS based VI</a:t>
                    </a:r>
                  </a:p>
                </p:txBody>
              </p:sp>
            </mc:Choice>
            <mc:Fallback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02276403-7E32-AB32-FB08-E7D9729210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92550" y="1015362"/>
                    <a:ext cx="1606550" cy="2616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82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CC616A2-3A59-58BE-BE31-4DF2E2F4F9D9}"/>
                </a:ext>
              </a:extLst>
            </p:cNvPr>
            <p:cNvGrpSpPr/>
            <p:nvPr/>
          </p:nvGrpSpPr>
          <p:grpSpPr>
            <a:xfrm>
              <a:off x="4000884" y="1608304"/>
              <a:ext cx="1338642" cy="600416"/>
              <a:chOff x="1324359" y="1608304"/>
              <a:chExt cx="1338642" cy="600416"/>
            </a:xfrm>
          </p:grpSpPr>
          <p:pic>
            <p:nvPicPr>
              <p:cNvPr id="42" name="Graphic 41">
                <a:extLst>
                  <a:ext uri="{FF2B5EF4-FFF2-40B4-BE49-F238E27FC236}">
                    <a16:creationId xmlns:a16="http://schemas.microsoft.com/office/drawing/2014/main" id="{00EC588F-35FE-3672-F974-60D8330AE2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23712" t="53852" r="67780" b="29770"/>
              <a:stretch>
                <a:fillRect/>
              </a:stretch>
            </p:blipFill>
            <p:spPr>
              <a:xfrm>
                <a:off x="1324359" y="1608304"/>
                <a:ext cx="589773" cy="600416"/>
              </a:xfrm>
              <a:prstGeom prst="rect">
                <a:avLst/>
              </a:prstGeom>
            </p:spPr>
          </p:pic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52DDD95D-AEEC-94BE-ED7A-1A0EF85CA2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23663" t="4814" r="68067" b="80044"/>
              <a:stretch>
                <a:fillRect/>
              </a:stretch>
            </p:blipFill>
            <p:spPr>
              <a:xfrm>
                <a:off x="2073228" y="1622957"/>
                <a:ext cx="589773" cy="571109"/>
              </a:xfrm>
              <a:prstGeom prst="rect">
                <a:avLst/>
              </a:prstGeom>
            </p:spPr>
          </p:pic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08C260E-9A3C-1AAC-DF5E-C64ED25ED99F}"/>
                </a:ext>
              </a:extLst>
            </p:cNvPr>
            <p:cNvGrpSpPr/>
            <p:nvPr/>
          </p:nvGrpSpPr>
          <p:grpSpPr>
            <a:xfrm>
              <a:off x="1304578" y="1608304"/>
              <a:ext cx="1338642" cy="600416"/>
              <a:chOff x="1324359" y="1608304"/>
              <a:chExt cx="1338642" cy="600416"/>
            </a:xfrm>
          </p:grpSpPr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7D3AD473-33C5-356E-2BB4-D9076BF338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23712" t="53852" r="67780" b="29770"/>
              <a:stretch>
                <a:fillRect/>
              </a:stretch>
            </p:blipFill>
            <p:spPr>
              <a:xfrm>
                <a:off x="1324359" y="1608304"/>
                <a:ext cx="589773" cy="600416"/>
              </a:xfrm>
              <a:prstGeom prst="rect">
                <a:avLst/>
              </a:prstGeom>
            </p:spPr>
          </p:pic>
          <p:pic>
            <p:nvPicPr>
              <p:cNvPr id="46" name="Graphic 45">
                <a:extLst>
                  <a:ext uri="{FF2B5EF4-FFF2-40B4-BE49-F238E27FC236}">
                    <a16:creationId xmlns:a16="http://schemas.microsoft.com/office/drawing/2014/main" id="{732CEA68-6679-BBCC-C3B3-4BF8D0526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23663" t="4814" r="68067" b="80044"/>
              <a:stretch>
                <a:fillRect/>
              </a:stretch>
            </p:blipFill>
            <p:spPr>
              <a:xfrm>
                <a:off x="2073228" y="1622957"/>
                <a:ext cx="589773" cy="57110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96076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1AEE-ABFC-AA89-313A-47659BB5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189">
            <a:extLst>
              <a:ext uri="{FF2B5EF4-FFF2-40B4-BE49-F238E27FC236}">
                <a16:creationId xmlns:a16="http://schemas.microsoft.com/office/drawing/2014/main" id="{898FFC07-6936-A260-EF65-1016E8F69792}"/>
              </a:ext>
            </a:extLst>
          </p:cNvPr>
          <p:cNvGrpSpPr/>
          <p:nvPr/>
        </p:nvGrpSpPr>
        <p:grpSpPr>
          <a:xfrm>
            <a:off x="1035497" y="2716559"/>
            <a:ext cx="4534515" cy="2876750"/>
            <a:chOff x="883097" y="2748309"/>
            <a:chExt cx="4534515" cy="2876750"/>
          </a:xfrm>
        </p:grpSpPr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6E1BD9CF-C816-5C7C-0D68-EF07648EA411}"/>
                </a:ext>
              </a:extLst>
            </p:cNvPr>
            <p:cNvSpPr/>
            <p:nvPr/>
          </p:nvSpPr>
          <p:spPr>
            <a:xfrm>
              <a:off x="1089025" y="3835400"/>
              <a:ext cx="1769680" cy="266700"/>
            </a:xfrm>
            <a:custGeom>
              <a:avLst/>
              <a:gdLst>
                <a:gd name="csX0" fmla="*/ 889000 w 2143125"/>
                <a:gd name="csY0" fmla="*/ 0 h 266700"/>
                <a:gd name="csX1" fmla="*/ 0 w 2143125"/>
                <a:gd name="csY1" fmla="*/ 260350 h 266700"/>
                <a:gd name="csX2" fmla="*/ 2143125 w 2143125"/>
                <a:gd name="csY2" fmla="*/ 266700 h 266700"/>
                <a:gd name="csX3" fmla="*/ 889000 w 2143125"/>
                <a:gd name="csY3" fmla="*/ 0 h 266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43125" h="266700">
                  <a:moveTo>
                    <a:pt x="889000" y="0"/>
                  </a:moveTo>
                  <a:lnTo>
                    <a:pt x="0" y="260350"/>
                  </a:lnTo>
                  <a:lnTo>
                    <a:pt x="2143125" y="266700"/>
                  </a:lnTo>
                  <a:lnTo>
                    <a:pt x="88900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  <a:alpha val="51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11096010-3940-010D-A317-DB49365D487D}"/>
                </a:ext>
              </a:extLst>
            </p:cNvPr>
            <p:cNvGrpSpPr/>
            <p:nvPr/>
          </p:nvGrpSpPr>
          <p:grpSpPr>
            <a:xfrm>
              <a:off x="3378543" y="3165933"/>
              <a:ext cx="2039069" cy="2459126"/>
              <a:chOff x="4127262" y="2788213"/>
              <a:chExt cx="1757203" cy="1953729"/>
            </a:xfrm>
          </p:grpSpPr>
          <p:pic>
            <p:nvPicPr>
              <p:cNvPr id="43" name="Google Shape;2189;p53">
                <a:extLst>
                  <a:ext uri="{FF2B5EF4-FFF2-40B4-BE49-F238E27FC236}">
                    <a16:creationId xmlns:a16="http://schemas.microsoft.com/office/drawing/2014/main" id="{17E26630-E37D-2D80-4016-42871030AFEF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546" t="8423" r="1498" b="4998"/>
              <a:stretch>
                <a:fillRect/>
              </a:stretch>
            </p:blipFill>
            <p:spPr>
              <a:xfrm>
                <a:off x="4127262" y="3930045"/>
                <a:ext cx="1752766" cy="811897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76" name="Google Shape;2188;p53">
                <a:extLst>
                  <a:ext uri="{FF2B5EF4-FFF2-40B4-BE49-F238E27FC236}">
                    <a16:creationId xmlns:a16="http://schemas.microsoft.com/office/drawing/2014/main" id="{31882C5D-4FDF-2DD6-0EAF-AABBA9190013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5891" t="14067"/>
              <a:stretch/>
            </p:blipFill>
            <p:spPr>
              <a:xfrm>
                <a:off x="4131699" y="2788213"/>
                <a:ext cx="1752766" cy="822285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</p:pic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9572814-6995-E0A6-29C3-8E01DCA75908}"/>
                </a:ext>
              </a:extLst>
            </p:cNvPr>
            <p:cNvGrpSpPr/>
            <p:nvPr/>
          </p:nvGrpSpPr>
          <p:grpSpPr>
            <a:xfrm>
              <a:off x="883097" y="3095432"/>
              <a:ext cx="2358343" cy="869568"/>
              <a:chOff x="883097" y="3095432"/>
              <a:chExt cx="2358343" cy="869568"/>
            </a:xfrm>
          </p:grpSpPr>
          <p:pic>
            <p:nvPicPr>
              <p:cNvPr id="117" name="Google Shape;2115;p51">
                <a:extLst>
                  <a:ext uri="{FF2B5EF4-FFF2-40B4-BE49-F238E27FC236}">
                    <a16:creationId xmlns:a16="http://schemas.microsoft.com/office/drawing/2014/main" id="{78208F79-6187-7D2D-F3D6-7F0072EF5437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017002" y="3212096"/>
                <a:ext cx="2003638" cy="604078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8" name="Google Shape;2116;p51">
                <a:extLst>
                  <a:ext uri="{FF2B5EF4-FFF2-40B4-BE49-F238E27FC236}">
                    <a16:creationId xmlns:a16="http://schemas.microsoft.com/office/drawing/2014/main" id="{5BA6FA0E-7DF7-9FA7-9928-776591075E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8036" y="3839629"/>
                <a:ext cx="2295723" cy="0"/>
              </a:xfrm>
              <a:prstGeom prst="straightConnector1">
                <a:avLst/>
              </a:prstGeom>
              <a:ln>
                <a:headEnd type="triangle" w="med" len="med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9" name="Google Shape;2119;p51">
                    <a:extLst>
                      <a:ext uri="{FF2B5EF4-FFF2-40B4-BE49-F238E27FC236}">
                        <a16:creationId xmlns:a16="http://schemas.microsoft.com/office/drawing/2014/main" id="{7BF561DD-6FC4-39F1-C5E5-404FD49A50DB}"/>
                      </a:ext>
                    </a:extLst>
                  </p:cNvPr>
                  <p:cNvSpPr txBox="1"/>
                  <p:nvPr/>
                </p:nvSpPr>
                <p:spPr>
                  <a:xfrm>
                    <a:off x="2973633" y="3632636"/>
                    <a:ext cx="267807" cy="1410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0731" tIns="30731" rIns="30731" bIns="30731" anchor="t" anchorCtr="0">
                    <a:spAutoFit/>
                  </a:bodyPr>
                  <a:lstStyle/>
                  <a:p>
                    <a:pPr>
                      <a:buClr>
                        <a:srgbClr val="000000"/>
                      </a:buClr>
                      <a:buSzPts val="659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00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+</m:t>
                          </m:r>
                          <m:r>
                            <a:rPr lang="en-US" sz="800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𝒛</m:t>
                          </m:r>
                        </m:oMath>
                      </m:oMathPara>
                    </a14:m>
                    <a:endParaRPr sz="800" b="1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mc:Choice>
            <mc:Fallback>
              <p:sp>
                <p:nvSpPr>
                  <p:cNvPr id="119" name="Google Shape;2119;p51">
                    <a:extLst>
                      <a:ext uri="{FF2B5EF4-FFF2-40B4-BE49-F238E27FC236}">
                        <a16:creationId xmlns:a16="http://schemas.microsoft.com/office/drawing/2014/main" id="{7BF561DD-6FC4-39F1-C5E5-404FD49A50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3633" y="3632636"/>
                    <a:ext cx="267807" cy="14100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17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94AE8F38-8E69-E6A0-8FB5-C1F528EA4D19}"/>
                  </a:ext>
                </a:extLst>
              </p:cNvPr>
              <p:cNvCxnSpPr>
                <a:cxnSpLocks/>
                <a:endCxn id="123" idx="0"/>
              </p:cNvCxnSpPr>
              <p:nvPr/>
            </p:nvCxnSpPr>
            <p:spPr>
              <a:xfrm flipH="1">
                <a:off x="1017001" y="3194252"/>
                <a:ext cx="1" cy="629747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9C2EC979-DE03-7676-9B60-C9049DA12A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9638" y="3199310"/>
                <a:ext cx="4623" cy="643325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2" name="Google Shape;2119;p51">
                    <a:extLst>
                      <a:ext uri="{FF2B5EF4-FFF2-40B4-BE49-F238E27FC236}">
                        <a16:creationId xmlns:a16="http://schemas.microsoft.com/office/drawing/2014/main" id="{6C4A3B88-DD01-E148-5D9B-CDD1A8F71C46}"/>
                      </a:ext>
                    </a:extLst>
                  </p:cNvPr>
                  <p:cNvSpPr txBox="1"/>
                  <p:nvPr/>
                </p:nvSpPr>
                <p:spPr>
                  <a:xfrm>
                    <a:off x="2858706" y="3823999"/>
                    <a:ext cx="267807" cy="1410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0731" tIns="30731" rIns="30731" bIns="30731" anchor="t" anchorCtr="0">
                    <a:spAutoFit/>
                  </a:bodyPr>
                  <a:lstStyle/>
                  <a:p>
                    <a:pPr>
                      <a:buClr>
                        <a:srgbClr val="000000"/>
                      </a:buClr>
                      <a:buSzPts val="659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8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𝑚𝑎𝑥</m:t>
                              </m:r>
                            </m:sub>
                          </m:sSub>
                        </m:oMath>
                      </m:oMathPara>
                    </a14:m>
                    <a:endParaRPr sz="8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mc:Choice>
            <mc:Fallback>
              <p:sp>
                <p:nvSpPr>
                  <p:cNvPr id="122" name="Google Shape;2119;p51">
                    <a:extLst>
                      <a:ext uri="{FF2B5EF4-FFF2-40B4-BE49-F238E27FC236}">
                        <a16:creationId xmlns:a16="http://schemas.microsoft.com/office/drawing/2014/main" id="{6C4A3B88-DD01-E148-5D9B-CDD1A8F71C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8706" y="3823999"/>
                    <a:ext cx="267807" cy="14100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608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3" name="Google Shape;2119;p51">
                    <a:extLst>
                      <a:ext uri="{FF2B5EF4-FFF2-40B4-BE49-F238E27FC236}">
                        <a16:creationId xmlns:a16="http://schemas.microsoft.com/office/drawing/2014/main" id="{3F485BE4-4B26-EEEF-1816-DE769CA8FF1F}"/>
                      </a:ext>
                    </a:extLst>
                  </p:cNvPr>
                  <p:cNvSpPr txBox="1"/>
                  <p:nvPr/>
                </p:nvSpPr>
                <p:spPr>
                  <a:xfrm>
                    <a:off x="883097" y="3823999"/>
                    <a:ext cx="267807" cy="1410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0731" tIns="30731" rIns="30731" bIns="30731" anchor="t" anchorCtr="0">
                    <a:spAutoFit/>
                  </a:bodyPr>
                  <a:lstStyle/>
                  <a:p>
                    <a:pPr>
                      <a:buClr>
                        <a:srgbClr val="000000"/>
                      </a:buClr>
                      <a:buSzPts val="659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8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𝑚𝑖𝑛</m:t>
                              </m:r>
                            </m:sub>
                          </m:sSub>
                        </m:oMath>
                      </m:oMathPara>
                    </a14:m>
                    <a:endParaRPr sz="8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mc:Choice>
            <mc:Fallback>
              <p:sp>
                <p:nvSpPr>
                  <p:cNvPr id="123" name="Google Shape;2119;p51">
                    <a:extLst>
                      <a:ext uri="{FF2B5EF4-FFF2-40B4-BE49-F238E27FC236}">
                        <a16:creationId xmlns:a16="http://schemas.microsoft.com/office/drawing/2014/main" id="{3F485BE4-4B26-EEEF-1816-DE769CA8FF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097" y="3823999"/>
                    <a:ext cx="267807" cy="14100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30435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D6BA411C-51C1-B427-D62D-84AB81EA57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198" y="3194252"/>
                <a:ext cx="0" cy="655373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72E74F3C-8F47-CD2F-0339-339F4EADDE26}"/>
                  </a:ext>
                </a:extLst>
              </p:cNvPr>
              <p:cNvSpPr/>
              <p:nvPr/>
            </p:nvSpPr>
            <p:spPr>
              <a:xfrm>
                <a:off x="1828965" y="3551455"/>
                <a:ext cx="78114" cy="81582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510EA22D-339F-670E-9928-4A66700A8C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000" y="3387629"/>
                <a:ext cx="133904" cy="1638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triangle" w="sm" len="sm"/>
                <a:tailEnd type="none" w="sm" len="sm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7" name="Google Shape;2119;p51">
                    <a:extLst>
                      <a:ext uri="{FF2B5EF4-FFF2-40B4-BE49-F238E27FC236}">
                        <a16:creationId xmlns:a16="http://schemas.microsoft.com/office/drawing/2014/main" id="{3DFC079F-B3AE-404B-E89E-E4D41F4AB5BE}"/>
                      </a:ext>
                    </a:extLst>
                  </p:cNvPr>
                  <p:cNvSpPr txBox="1"/>
                  <p:nvPr/>
                </p:nvSpPr>
                <p:spPr>
                  <a:xfrm>
                    <a:off x="2026776" y="3095432"/>
                    <a:ext cx="267807" cy="141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0731" tIns="30731" rIns="30731" bIns="30731" anchor="t" anchorCtr="0">
                    <a:spAutoFit/>
                  </a:bodyPr>
                  <a:lstStyle/>
                  <a:p>
                    <a:pPr>
                      <a:buClr>
                        <a:srgbClr val="000000"/>
                      </a:buClr>
                      <a:buSzPts val="659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𝑠𝑢𝑏</m:t>
                              </m:r>
                            </m:sub>
                          </m:sSub>
                        </m:oMath>
                      </m:oMathPara>
                    </a14:m>
                    <a:endParaRPr sz="8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mc:Choice>
            <mc:Fallback>
              <p:sp>
                <p:nvSpPr>
                  <p:cNvPr id="127" name="Google Shape;2119;p51">
                    <a:extLst>
                      <a:ext uri="{FF2B5EF4-FFF2-40B4-BE49-F238E27FC236}">
                        <a16:creationId xmlns:a16="http://schemas.microsoft.com/office/drawing/2014/main" id="{3DFC079F-B3AE-404B-E89E-E4D41F4AB5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6776" y="3095432"/>
                    <a:ext cx="267807" cy="1410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608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8" name="Google Shape;2119;p51">
                    <a:extLst>
                      <a:ext uri="{FF2B5EF4-FFF2-40B4-BE49-F238E27FC236}">
                        <a16:creationId xmlns:a16="http://schemas.microsoft.com/office/drawing/2014/main" id="{3B3736FF-A526-F00A-8593-860A7CBDF499}"/>
                      </a:ext>
                    </a:extLst>
                  </p:cNvPr>
                  <p:cNvSpPr txBox="1"/>
                  <p:nvPr/>
                </p:nvSpPr>
                <p:spPr>
                  <a:xfrm>
                    <a:off x="1166325" y="3285742"/>
                    <a:ext cx="468988" cy="141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0731" tIns="30731" rIns="30731" bIns="30731" anchor="t" anchorCtr="0">
                    <a:spAutoFit/>
                  </a:bodyPr>
                  <a:lstStyle/>
                  <a:p>
                    <a:pPr>
                      <a:buClr>
                        <a:srgbClr val="000000"/>
                      </a:buClr>
                      <a:buSzPts val="659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𝑠𝑢𝑏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𝑎𝑥</m:t>
                              </m:r>
                            </m:sub>
                          </m:sSub>
                        </m:oMath>
                      </m:oMathPara>
                    </a14:m>
                    <a:endParaRPr sz="8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mc:Choice>
            <mc:Fallback>
              <p:sp>
                <p:nvSpPr>
                  <p:cNvPr id="128" name="Google Shape;2119;p51">
                    <a:extLst>
                      <a:ext uri="{FF2B5EF4-FFF2-40B4-BE49-F238E27FC236}">
                        <a16:creationId xmlns:a16="http://schemas.microsoft.com/office/drawing/2014/main" id="{3B3736FF-A526-F00A-8593-860A7CBDF4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6325" y="3285742"/>
                    <a:ext cx="468988" cy="1410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608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DA285ED6-FBE2-FB31-C788-56760FD55A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5677" y="3755318"/>
                <a:ext cx="0" cy="3339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9DBDAE22-5DC3-5499-03C6-5976B33B1C13}"/>
                  </a:ext>
                </a:extLst>
              </p:cNvPr>
              <p:cNvGrpSpPr/>
              <p:nvPr/>
            </p:nvGrpSpPr>
            <p:grpSpPr>
              <a:xfrm>
                <a:off x="1794565" y="3136106"/>
                <a:ext cx="172222" cy="774436"/>
                <a:chOff x="1794565" y="3136106"/>
                <a:chExt cx="172222" cy="774436"/>
              </a:xfrm>
            </p:grpSpPr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3FCFD2F7-6CDE-12D0-217B-A712357CA4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64515" y="3257938"/>
                  <a:ext cx="2272" cy="648415"/>
                </a:xfrm>
                <a:prstGeom prst="line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9EF3EFC2-E42B-8EBD-B95D-5EACC4D6C6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94582" y="3788710"/>
                  <a:ext cx="172204" cy="121832"/>
                </a:xfrm>
                <a:prstGeom prst="line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3C009C8C-5773-592D-0A22-8A167FAD62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94565" y="3136106"/>
                  <a:ext cx="0" cy="142508"/>
                </a:xfrm>
                <a:prstGeom prst="line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161AF447-5B1F-6D64-22A4-B5EB65DF5A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94582" y="3136106"/>
                  <a:ext cx="172204" cy="121832"/>
                </a:xfrm>
                <a:prstGeom prst="line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A7D3AD6B-5165-8F01-9222-EC89FED907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94565" y="3278450"/>
                  <a:ext cx="0" cy="476868"/>
                </a:xfrm>
                <a:prstGeom prst="line">
                  <a:avLst/>
                </a:prstGeom>
                <a:ln w="9525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2C4079F1-0A74-4F22-28F4-E478F7E8C4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14488" y="3387629"/>
                <a:ext cx="256710" cy="1638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triangle" w="sm" len="sm"/>
                <a:tailEnd type="none" w="sm" len="sm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484F8351-F94D-D817-DE21-D0DE7CE6C3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7000" y="3194252"/>
                <a:ext cx="1022748" cy="342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triangle" w="sm" len="sm"/>
                <a:tailEnd type="none" w="sm" len="sm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7" name="Straight Arrow Connector 136">
                <a:extLst>
                  <a:ext uri="{FF2B5EF4-FFF2-40B4-BE49-F238E27FC236}">
                    <a16:creationId xmlns:a16="http://schemas.microsoft.com/office/drawing/2014/main" id="{0B3B8C2C-A277-E828-A427-DA33EF6F9F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70228" y="3197672"/>
                <a:ext cx="709411" cy="4474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triangle" w="sm" len="sm"/>
                <a:tailEnd type="none" w="sm" len="sm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4" name="Google Shape;2119;p51">
                  <a:extLst>
                    <a:ext uri="{FF2B5EF4-FFF2-40B4-BE49-F238E27FC236}">
                      <a16:creationId xmlns:a16="http://schemas.microsoft.com/office/drawing/2014/main" id="{A7C87D82-BAED-7A78-F13F-0D77AAB1A64A}"/>
                    </a:ext>
                  </a:extLst>
                </p:cNvPr>
                <p:cNvSpPr txBox="1"/>
                <p:nvPr/>
              </p:nvSpPr>
              <p:spPr>
                <a:xfrm>
                  <a:off x="1641915" y="3019591"/>
                  <a:ext cx="532935" cy="1851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0731" tIns="30731" rIns="30731" bIns="30731" anchor="t" anchorCtr="0">
                  <a:spAutoFit/>
                </a:bodyPr>
                <a:lstStyle/>
                <a:p>
                  <a:pPr>
                    <a:buClr>
                      <a:srgbClr val="000000"/>
                    </a:buClr>
                    <a:buSzPts val="659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𝐵</m:t>
                        </m:r>
                      </m:oMath>
                    </m:oMathPara>
                  </a14:m>
                  <a:endParaRPr sz="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>
            <p:sp>
              <p:nvSpPr>
                <p:cNvPr id="144" name="Google Shape;2119;p51">
                  <a:extLst>
                    <a:ext uri="{FF2B5EF4-FFF2-40B4-BE49-F238E27FC236}">
                      <a16:creationId xmlns:a16="http://schemas.microsoft.com/office/drawing/2014/main" id="{A7C87D82-BAED-7A78-F13F-0D77AAB1A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1915" y="3019591"/>
                  <a:ext cx="532935" cy="18517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C908F999-78A8-A08E-3CA0-496717D1F991}"/>
                </a:ext>
              </a:extLst>
            </p:cNvPr>
            <p:cNvGrpSpPr/>
            <p:nvPr/>
          </p:nvGrpSpPr>
          <p:grpSpPr>
            <a:xfrm>
              <a:off x="1038555" y="4096310"/>
              <a:ext cx="1982085" cy="1504326"/>
              <a:chOff x="915764" y="4099548"/>
              <a:chExt cx="2412323" cy="1841453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C24AD9E6-0D02-0E49-B112-9EA3F004DB65}"/>
                  </a:ext>
                </a:extLst>
              </p:cNvPr>
              <p:cNvGrpSpPr/>
              <p:nvPr/>
            </p:nvGrpSpPr>
            <p:grpSpPr>
              <a:xfrm>
                <a:off x="915764" y="4099548"/>
                <a:ext cx="2412323" cy="1841453"/>
                <a:chOff x="918036" y="4076736"/>
                <a:chExt cx="2412323" cy="1841453"/>
              </a:xfrm>
            </p:grpSpPr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50A72FEA-BDF6-D43A-8EC4-6CD2E0607C11}"/>
                    </a:ext>
                  </a:extLst>
                </p:cNvPr>
                <p:cNvSpPr/>
                <p:nvPr/>
              </p:nvSpPr>
              <p:spPr>
                <a:xfrm>
                  <a:off x="918036" y="4076736"/>
                  <a:ext cx="2265121" cy="1841453"/>
                </a:xfrm>
                <a:prstGeom prst="roundRect">
                  <a:avLst>
                    <a:gd name="adj" fmla="val 4751"/>
                  </a:avLst>
                </a:prstGeom>
                <a:solidFill>
                  <a:schemeClr val="bg1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3" name="Google Shape;2123;p51">
                  <a:extLst>
                    <a:ext uri="{FF2B5EF4-FFF2-40B4-BE49-F238E27FC236}">
                      <a16:creationId xmlns:a16="http://schemas.microsoft.com/office/drawing/2014/main" id="{DB6A2045-6597-AA86-6E8E-58811CA17449}"/>
                    </a:ext>
                  </a:extLst>
                </p:cNvPr>
                <p:cNvGrpSpPr/>
                <p:nvPr/>
              </p:nvGrpSpPr>
              <p:grpSpPr>
                <a:xfrm>
                  <a:off x="1025278" y="4116592"/>
                  <a:ext cx="2305081" cy="1731787"/>
                  <a:chOff x="238670" y="825650"/>
                  <a:chExt cx="4810718" cy="3742436"/>
                </a:xfrm>
              </p:grpSpPr>
              <p:pic>
                <p:nvPicPr>
                  <p:cNvPr id="27" name="Google Shape;2124;p51">
                    <a:extLst>
                      <a:ext uri="{FF2B5EF4-FFF2-40B4-BE49-F238E27FC236}">
                        <a16:creationId xmlns:a16="http://schemas.microsoft.com/office/drawing/2014/main" id="{A5069C0F-EF96-7311-117B-2E1199E08235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/>
                  <a:stretch/>
                </p:blipFill>
                <p:spPr>
                  <a:xfrm>
                    <a:off x="436900" y="1168325"/>
                    <a:ext cx="3728274" cy="26356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8" name="Google Shape;2125;p51">
                    <a:extLst>
                      <a:ext uri="{FF2B5EF4-FFF2-40B4-BE49-F238E27FC236}">
                        <a16:creationId xmlns:a16="http://schemas.microsoft.com/office/drawing/2014/main" id="{DD6E64BD-317F-EAAE-1010-D25ED3EB0CB1}"/>
                      </a:ext>
                    </a:extLst>
                  </p:cNvPr>
                  <p:cNvSpPr/>
                  <p:nvPr/>
                </p:nvSpPr>
                <p:spPr>
                  <a:xfrm>
                    <a:off x="1686188" y="2917525"/>
                    <a:ext cx="1229700" cy="1229700"/>
                  </a:xfrm>
                  <a:prstGeom prst="ellipse">
                    <a:avLst/>
                  </a:prstGeom>
                  <a:solidFill>
                    <a:srgbClr val="FDE3E6"/>
                  </a:solidFill>
                  <a:ln w="635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49688" tIns="49688" rIns="49688" bIns="49688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  <a:buSzPts val="1014"/>
                    </a:pPr>
                    <a:endParaRPr sz="5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9" name="Google Shape;2126;p51">
                    <a:extLst>
                      <a:ext uri="{FF2B5EF4-FFF2-40B4-BE49-F238E27FC236}">
                        <a16:creationId xmlns:a16="http://schemas.microsoft.com/office/drawing/2014/main" id="{6D1D3F1C-FE32-2BB7-9E34-1008A3A1095F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531775" y="3529225"/>
                    <a:ext cx="3595500" cy="6300"/>
                  </a:xfrm>
                  <a:prstGeom prst="straightConnector1">
                    <a:avLst/>
                  </a:prstGeom>
                  <a:ln>
                    <a:headEnd type="triangle" w="sm" len="sm"/>
                    <a:tailEnd type="non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Google Shape;2127;p51">
                    <a:extLst>
                      <a:ext uri="{FF2B5EF4-FFF2-40B4-BE49-F238E27FC236}">
                        <a16:creationId xmlns:a16="http://schemas.microsoft.com/office/drawing/2014/main" id="{691314D4-F24C-1049-E6A8-B67989E0E62C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2292100" y="825650"/>
                    <a:ext cx="9900" cy="3615000"/>
                  </a:xfrm>
                  <a:prstGeom prst="straightConnector1">
                    <a:avLst/>
                  </a:prstGeom>
                  <a:ln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Google Shape;2129;p51">
                    <a:extLst>
                      <a:ext uri="{FF2B5EF4-FFF2-40B4-BE49-F238E27FC236}">
                        <a16:creationId xmlns:a16="http://schemas.microsoft.com/office/drawing/2014/main" id="{B6583054-7569-CFD2-271E-6285484B0B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44183" y="3535526"/>
                    <a:ext cx="1447917" cy="203945"/>
                  </a:xfrm>
                  <a:prstGeom prst="straightConnector1">
                    <a:avLst/>
                  </a:prstGeom>
                  <a:ln w="9525" cap="flat" cmpd="sng" algn="ctr">
                    <a:solidFill>
                      <a:schemeClr val="dk1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" name="Google Shape;2130;p51">
                    <a:extLst>
                      <a:ext uri="{FF2B5EF4-FFF2-40B4-BE49-F238E27FC236}">
                        <a16:creationId xmlns:a16="http://schemas.microsoft.com/office/drawing/2014/main" id="{DA004FF4-824C-9170-6F62-AA28650B6497}"/>
                      </a:ext>
                    </a:extLst>
                  </p:cNvPr>
                  <p:cNvSpPr/>
                  <p:nvPr/>
                </p:nvSpPr>
                <p:spPr>
                  <a:xfrm>
                    <a:off x="2125900" y="3335575"/>
                    <a:ext cx="342300" cy="393600"/>
                  </a:xfrm>
                  <a:prstGeom prst="pie">
                    <a:avLst>
                      <a:gd name="adj1" fmla="val 10288865"/>
                      <a:gd name="adj2" fmla="val 16200000"/>
                    </a:avLst>
                  </a:prstGeom>
                  <a:solidFill>
                    <a:srgbClr val="B7B7B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49688" tIns="49688" rIns="49688" bIns="49688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  <a:buSzPts val="1014"/>
                    </a:pPr>
                    <a:endParaRPr sz="5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4" name="Google Shape;2131;p51">
                    <a:extLst>
                      <a:ext uri="{FF2B5EF4-FFF2-40B4-BE49-F238E27FC236}">
                        <a16:creationId xmlns:a16="http://schemas.microsoft.com/office/drawing/2014/main" id="{F00ABD9F-7E8A-BFB2-DC49-3D14C4372F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31062" y="3589337"/>
                    <a:ext cx="679131" cy="442978"/>
                  </a:xfrm>
                  <a:prstGeom prst="straightConnector1">
                    <a:avLst/>
                  </a:prstGeom>
                  <a:noFill/>
                  <a:ln w="635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triangle" w="sm" len="sm"/>
                  </a:ln>
                </p:spPr>
              </p:cxnSp>
              <p:sp>
                <p:nvSpPr>
                  <p:cNvPr id="35" name="Google Shape;2132;p51">
                    <a:extLst>
                      <a:ext uri="{FF2B5EF4-FFF2-40B4-BE49-F238E27FC236}">
                        <a16:creationId xmlns:a16="http://schemas.microsoft.com/office/drawing/2014/main" id="{087A5A69-E1F6-32CD-279D-C953334746D6}"/>
                      </a:ext>
                    </a:extLst>
                  </p:cNvPr>
                  <p:cNvSpPr/>
                  <p:nvPr/>
                </p:nvSpPr>
                <p:spPr>
                  <a:xfrm>
                    <a:off x="2036767" y="3137882"/>
                    <a:ext cx="304200" cy="305999"/>
                  </a:xfrm>
                  <a:prstGeom prst="arc">
                    <a:avLst>
                      <a:gd name="adj1" fmla="val 10016127"/>
                      <a:gd name="adj2" fmla="val 18648566"/>
                    </a:avLst>
                  </a:prstGeom>
                  <a:noFill/>
                  <a:ln w="635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49688" tIns="49688" rIns="49688" bIns="49688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  <a:buSzPts val="1014"/>
                    </a:pPr>
                    <a:endParaRPr sz="5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6" name="Google Shape;2133;p51">
                        <a:extLst>
                          <a:ext uri="{FF2B5EF4-FFF2-40B4-BE49-F238E27FC236}">
                            <a16:creationId xmlns:a16="http://schemas.microsoft.com/office/drawing/2014/main" id="{ECD1ADFC-F371-6DE6-F4E2-36B5EAF3A92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38670" y="4091798"/>
                        <a:ext cx="2053034" cy="4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39338" tIns="39338" rIns="39338" bIns="39338" anchor="t" anchorCtr="0">
                        <a:spAutoFit/>
                      </a:bodyPr>
                      <a:lstStyle>
                        <a:defPPr>
                          <a:defRPr lang="en-US"/>
                        </a:defPPr>
                        <a:lvl1pPr>
                          <a:buClr>
                            <a:srgbClr val="000000"/>
                          </a:buClr>
                          <a:buSzPts val="885"/>
                          <a:defRPr sz="6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defRPr>
                        </a:lvl1pPr>
                      </a:lstStyle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dirty="0"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dirty="0">
                                      <a:sym typeface="Arial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dirty="0">
                                      <a:sym typeface="Arial"/>
                                    </a:rPr>
                                    <m:t>𝒍𝒊𝒑𝒊𝒅</m:t>
                                  </m:r>
                                </m:sub>
                              </m:sSub>
                              <m:r>
                                <a:rPr lang="en-US" dirty="0">
                                  <a:sym typeface="Arial"/>
                                </a:rPr>
                                <m:t>(</m:t>
                              </m:r>
                              <m:r>
                                <a:rPr lang="en-US" dirty="0">
                                  <a:sym typeface="Arial"/>
                                </a:rPr>
                                <m:t>𝒛</m:t>
                              </m:r>
                              <m:r>
                                <a:rPr lang="en-US" dirty="0">
                                  <a:sym typeface="Arial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dirty="0"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dirty="0">
                                      <a:sym typeface="Arial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dirty="0">
                                      <a:sym typeface="Arial"/>
                                    </a:rPr>
                                    <m:t>𝒔𝒆𝒆𝒅</m:t>
                                  </m:r>
                                </m:sub>
                              </m:sSub>
                              <m:r>
                                <a:rPr lang="en-US" dirty="0">
                                  <a:sym typeface="Arial"/>
                                </a:rPr>
                                <m:t>)</m:t>
                              </m:r>
                            </m:oMath>
                          </m:oMathPara>
                        </a14:m>
                      </a:p>
                    </p:txBody>
                  </p:sp>
                </mc:Choice>
                <mc:Fallback>
                  <p:sp>
                    <p:nvSpPr>
                      <p:cNvPr id="36" name="Google Shape;2133;p51">
                        <a:extLst>
                          <a:ext uri="{FF2B5EF4-FFF2-40B4-BE49-F238E27FC236}">
                            <a16:creationId xmlns:a16="http://schemas.microsoft.com/office/drawing/2014/main" id="{ECD1ADFC-F371-6DE6-F4E2-36B5EAF3A92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8670" y="4091798"/>
                        <a:ext cx="2053034" cy="476288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b="-3448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8" name="Google Shape;2135;p51">
                    <a:extLst>
                      <a:ext uri="{FF2B5EF4-FFF2-40B4-BE49-F238E27FC236}">
                        <a16:creationId xmlns:a16="http://schemas.microsoft.com/office/drawing/2014/main" id="{1F63D005-84FA-C097-92A8-5B0DCBD4FE7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148600" y="2486850"/>
                    <a:ext cx="574200" cy="649200"/>
                  </a:xfrm>
                  <a:prstGeom prst="straightConnector1">
                    <a:avLst/>
                  </a:prstGeom>
                  <a:noFill/>
                  <a:ln w="635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triangle" w="sm" len="sm"/>
                  </a:ln>
                </p:spPr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9" name="Google Shape;2136;p51">
                        <a:extLst>
                          <a:ext uri="{FF2B5EF4-FFF2-40B4-BE49-F238E27FC236}">
                            <a16:creationId xmlns:a16="http://schemas.microsoft.com/office/drawing/2014/main" id="{EA4DBE94-F92C-F04D-9413-93BE9A87B72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30056" y="1901468"/>
                        <a:ext cx="3419332" cy="4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39338" tIns="39338" rIns="39338" bIns="39338" anchor="t" anchorCtr="0">
                        <a:spAutoFit/>
                      </a:bodyPr>
                      <a:lstStyle/>
                      <a:p>
                        <a:pPr>
                          <a:buClr>
                            <a:srgbClr val="000000"/>
                          </a:buClr>
                          <a:buSzPts val="885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600" b="1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6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/>
                                          <a:sym typeface="Arial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sz="600" b="1" i="1" dirty="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/>
                                          <a:sym typeface="Arial"/>
                                        </a:rPr>
                                        <m:t>𝒔𝒆𝒆𝒅</m:t>
                                      </m:r>
                                    </m:sub>
                                  </m:sSub>
                                  <m:r>
                                    <a:rPr lang="en-US" sz="600" b="1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= </m:t>
                                  </m:r>
                                  <m:r>
                                    <a:rPr lang="en-US" sz="6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sz="6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𝒍𝒊𝒑𝒊𝒅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6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𝒛</m:t>
                                  </m:r>
                                  <m:r>
                                    <a:rPr lang="en-US" sz="6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6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/>
                                          <a:sym typeface="Arial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sz="6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/>
                                          <a:sym typeface="Arial"/>
                                        </a:rPr>
                                        <m:t>𝒔𝒆𝒆𝒅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600" b="1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 ∙</m:t>
                              </m:r>
                              <m:sSub>
                                <m:sSubPr>
                                  <m:ctrlPr>
                                    <a:rPr lang="en-US" sz="600" b="1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b="1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600" b="1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𝒄𝒊𝒓𝒄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sz="800" b="1" i="1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9" name="Google Shape;2136;p51">
                        <a:extLst>
                          <a:ext uri="{FF2B5EF4-FFF2-40B4-BE49-F238E27FC236}">
                            <a16:creationId xmlns:a16="http://schemas.microsoft.com/office/drawing/2014/main" id="{EA4DBE94-F92C-F04D-9413-93BE9A87B72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30056" y="1901468"/>
                        <a:ext cx="3419332" cy="476288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5" name="Google Shape;2119;p51">
                    <a:extLst>
                      <a:ext uri="{FF2B5EF4-FFF2-40B4-BE49-F238E27FC236}">
                        <a16:creationId xmlns:a16="http://schemas.microsoft.com/office/drawing/2014/main" id="{1F873435-47BC-48A7-0E57-7BED4C8D1BF8}"/>
                      </a:ext>
                    </a:extLst>
                  </p:cNvPr>
                  <p:cNvSpPr txBox="1"/>
                  <p:nvPr/>
                </p:nvSpPr>
                <p:spPr>
                  <a:xfrm>
                    <a:off x="948017" y="4146938"/>
                    <a:ext cx="532935" cy="2266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0731" tIns="30731" rIns="30731" bIns="30731" anchor="t" anchorCtr="0">
                    <a:spAutoFit/>
                  </a:bodyPr>
                  <a:lstStyle/>
                  <a:p>
                    <a:pPr>
                      <a:buClr>
                        <a:srgbClr val="000000"/>
                      </a:buClr>
                      <a:buSzPts val="659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𝑃𝑙𝑎𝑛𝑒</m:t>
                          </m:r>
                          <m:r>
                            <a:rPr lang="en-US" sz="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 </m:t>
                          </m:r>
                          <m:r>
                            <a:rPr lang="en-US" sz="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𝐵</m:t>
                          </m:r>
                        </m:oMath>
                      </m:oMathPara>
                    </a14:m>
                    <a:endParaRPr sz="8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mc:Choice>
            <mc:Fallback>
              <p:sp>
                <p:nvSpPr>
                  <p:cNvPr id="145" name="Google Shape;2119;p51">
                    <a:extLst>
                      <a:ext uri="{FF2B5EF4-FFF2-40B4-BE49-F238E27FC236}">
                        <a16:creationId xmlns:a16="http://schemas.microsoft.com/office/drawing/2014/main" id="{1F873435-47BC-48A7-0E57-7BED4C8D1B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8017" y="4146938"/>
                    <a:ext cx="532935" cy="22667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6" name="Google Shape;2135;p51">
                <a:extLst>
                  <a:ext uri="{FF2B5EF4-FFF2-40B4-BE49-F238E27FC236}">
                    <a16:creationId xmlns:a16="http://schemas.microsoft.com/office/drawing/2014/main" id="{BC11FE4A-4FA0-01A0-3BE7-99C4530434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7350" y="5129213"/>
                <a:ext cx="347663" cy="261937"/>
              </a:xfrm>
              <a:prstGeom prst="straightConnector1">
                <a:avLst/>
              </a:prstGeom>
              <a:noFill/>
              <a:ln w="6350" cap="flat" cmpd="sng">
                <a:solidFill>
                  <a:schemeClr val="tx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E4D811D-8E7D-22F5-56E0-78A605A6ED5C}"/>
                  </a:ext>
                </a:extLst>
              </p:cNvPr>
              <p:cNvGrpSpPr/>
              <p:nvPr/>
            </p:nvGrpSpPr>
            <p:grpSpPr>
              <a:xfrm>
                <a:off x="2670850" y="5707583"/>
                <a:ext cx="440407" cy="226672"/>
                <a:chOff x="2548455" y="5705875"/>
                <a:chExt cx="440407" cy="226672"/>
              </a:xfrm>
            </p:grpSpPr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0A102EF6-AD19-9AFB-EF32-B43E9BA69602}"/>
                    </a:ext>
                  </a:extLst>
                </p:cNvPr>
                <p:cNvSpPr/>
                <p:nvPr/>
              </p:nvSpPr>
              <p:spPr>
                <a:xfrm>
                  <a:off x="2548455" y="5786765"/>
                  <a:ext cx="78114" cy="8158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5" name="Google Shape;2119;p51">
                      <a:extLst>
                        <a:ext uri="{FF2B5EF4-FFF2-40B4-BE49-F238E27FC236}">
                          <a16:creationId xmlns:a16="http://schemas.microsoft.com/office/drawing/2014/main" id="{B2E7B64B-B49F-6E9F-A4CF-B61A5829FD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23093" y="5705875"/>
                      <a:ext cx="365769" cy="22667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30731" tIns="30731" rIns="30731" bIns="30731" anchor="t" anchorCtr="0">
                      <a:spAutoFit/>
                    </a:bodyPr>
                    <a:lstStyle/>
                    <a:p>
                      <a:pPr>
                        <a:buClr>
                          <a:srgbClr val="000000"/>
                        </a:buClr>
                        <a:buSzPts val="659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:</m:t>
                            </m:r>
                            <m:r>
                              <a:rPr lang="en-US" sz="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𝑠𝑒𝑒𝑑</m:t>
                            </m:r>
                          </m:oMath>
                        </m:oMathPara>
                      </a14:m>
                      <a:endParaRPr sz="80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mc:Choice>
              <mc:Fallback>
                <p:sp>
                  <p:nvSpPr>
                    <p:cNvPr id="155" name="Google Shape;2119;p51">
                      <a:extLst>
                        <a:ext uri="{FF2B5EF4-FFF2-40B4-BE49-F238E27FC236}">
                          <a16:creationId xmlns:a16="http://schemas.microsoft.com/office/drawing/2014/main" id="{B2E7B64B-B49F-6E9F-A4CF-B61A5829FD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23093" y="5705875"/>
                      <a:ext cx="365769" cy="22667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8163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8" name="Google Shape;2133;p51">
                    <a:extLst>
                      <a:ext uri="{FF2B5EF4-FFF2-40B4-BE49-F238E27FC236}">
                        <a16:creationId xmlns:a16="http://schemas.microsoft.com/office/drawing/2014/main" id="{627EF494-DBD6-D923-EC47-9BCA0960EEF7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766" y="5529636"/>
                    <a:ext cx="738570" cy="21027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9338" tIns="39338" rIns="39338" bIns="39338" anchor="t" anchorCtr="0">
                    <a:spAutoFit/>
                  </a:bodyPr>
                  <a:lstStyle>
                    <a:defPPr>
                      <a:defRPr lang="en-US"/>
                    </a:defPPr>
                    <a:lvl1pPr>
                      <a:buClr>
                        <a:srgbClr val="000000"/>
                      </a:buClr>
                      <a:buSzPts val="885"/>
                      <a:defRPr sz="600" b="1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ym typeface="Arial"/>
                            </a:rPr>
                            <m:t>𝑳𝒖𝒎𝒆𝒏</m:t>
                          </m:r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158" name="Google Shape;2133;p51">
                    <a:extLst>
                      <a:ext uri="{FF2B5EF4-FFF2-40B4-BE49-F238E27FC236}">
                        <a16:creationId xmlns:a16="http://schemas.microsoft.com/office/drawing/2014/main" id="{627EF494-DBD6-D923-EC47-9BCA0960EE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766" y="5529636"/>
                    <a:ext cx="738570" cy="210273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344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47FBC23-626B-80C6-1F2C-A9FD2B40BBB4}"/>
                  </a:ext>
                </a:extLst>
              </p:cNvPr>
              <p:cNvSpPr/>
              <p:nvPr/>
            </p:nvSpPr>
            <p:spPr>
              <a:xfrm>
                <a:off x="1628519" y="5094401"/>
                <a:ext cx="76844" cy="7684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2" name="Google Shape;2133;p51">
                    <a:extLst>
                      <a:ext uri="{FF2B5EF4-FFF2-40B4-BE49-F238E27FC236}">
                        <a16:creationId xmlns:a16="http://schemas.microsoft.com/office/drawing/2014/main" id="{25C51FAC-F9E1-0643-E9FF-CF64C4BB5320}"/>
                      </a:ext>
                    </a:extLst>
                  </p:cNvPr>
                  <p:cNvSpPr txBox="1"/>
                  <p:nvPr/>
                </p:nvSpPr>
                <p:spPr>
                  <a:xfrm>
                    <a:off x="1272630" y="5156542"/>
                    <a:ext cx="738570" cy="21027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9338" tIns="39338" rIns="39338" bIns="39338" anchor="t" anchorCtr="0">
                    <a:spAutoFit/>
                  </a:bodyPr>
                  <a:lstStyle>
                    <a:defPPr>
                      <a:defRPr lang="en-US"/>
                    </a:defPPr>
                    <a:lvl1pPr>
                      <a:buClr>
                        <a:srgbClr val="000000"/>
                      </a:buClr>
                      <a:buSzPts val="885"/>
                      <a:defRPr sz="600" b="1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ym typeface="Arial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b="1" i="1" dirty="0" smtClean="0">
                                  <a:sym typeface="Arial"/>
                                </a:rPr>
                                <m:t>𝒔𝒆𝒆𝒅</m:t>
                              </m:r>
                            </m:sub>
                          </m:sSub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182" name="Google Shape;2133;p51">
                    <a:extLst>
                      <a:ext uri="{FF2B5EF4-FFF2-40B4-BE49-F238E27FC236}">
                        <a16:creationId xmlns:a16="http://schemas.microsoft.com/office/drawing/2014/main" id="{25C51FAC-F9E1-0643-E9FF-CF64C4BB53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2630" y="5156542"/>
                    <a:ext cx="738570" cy="21027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344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3" name="Google Shape;2119;p51">
                  <a:extLst>
                    <a:ext uri="{FF2B5EF4-FFF2-40B4-BE49-F238E27FC236}">
                      <a16:creationId xmlns:a16="http://schemas.microsoft.com/office/drawing/2014/main" id="{75A01639-0D41-FE22-57A2-F515CDD2C903}"/>
                    </a:ext>
                  </a:extLst>
                </p:cNvPr>
                <p:cNvSpPr txBox="1"/>
                <p:nvPr/>
              </p:nvSpPr>
              <p:spPr>
                <a:xfrm>
                  <a:off x="1739635" y="3858198"/>
                  <a:ext cx="267807" cy="1851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0731" tIns="30731" rIns="30731" bIns="30731" anchor="t" anchorCtr="0">
                  <a:spAutoFit/>
                </a:bodyPr>
                <a:lstStyle/>
                <a:p>
                  <a:pPr>
                    <a:buClr>
                      <a:srgbClr val="000000"/>
                    </a:buClr>
                    <a:buSzPts val="659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8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𝑧</m:t>
                            </m:r>
                          </m:e>
                          <m:sub>
                            <m: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𝑠𝑒𝑒𝑑</m:t>
                            </m:r>
                          </m:sub>
                        </m:sSub>
                      </m:oMath>
                    </m:oMathPara>
                  </a14:m>
                  <a:endParaRPr sz="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>
            <p:sp>
              <p:nvSpPr>
                <p:cNvPr id="183" name="Google Shape;2119;p51">
                  <a:extLst>
                    <a:ext uri="{FF2B5EF4-FFF2-40B4-BE49-F238E27FC236}">
                      <a16:creationId xmlns:a16="http://schemas.microsoft.com/office/drawing/2014/main" id="{75A01639-0D41-FE22-57A2-F515CDD2C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635" y="3858198"/>
                  <a:ext cx="267807" cy="185173"/>
                </a:xfrm>
                <a:prstGeom prst="rect">
                  <a:avLst/>
                </a:prstGeom>
                <a:blipFill>
                  <a:blip r:embed="rId19"/>
                  <a:stretch>
                    <a:fillRect r="-22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D0F2BF16-3A07-661D-BB24-3A5DBEA05DAC}"/>
                </a:ext>
              </a:extLst>
            </p:cNvPr>
            <p:cNvSpPr txBox="1"/>
            <p:nvPr/>
          </p:nvSpPr>
          <p:spPr>
            <a:xfrm>
              <a:off x="915764" y="2748309"/>
              <a:ext cx="1717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A) Seed location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E004F28-1505-03A7-C4A8-8DB0A6CC217D}"/>
                </a:ext>
              </a:extLst>
            </p:cNvPr>
            <p:cNvSpPr txBox="1"/>
            <p:nvPr/>
          </p:nvSpPr>
          <p:spPr>
            <a:xfrm>
              <a:off x="3352511" y="2748309"/>
              <a:ext cx="20195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 Seed propagation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C058269-C9E6-6F51-CE68-CF944EB8244E}"/>
                </a:ext>
              </a:extLst>
            </p:cNvPr>
            <p:cNvSpPr txBox="1"/>
            <p:nvPr/>
          </p:nvSpPr>
          <p:spPr>
            <a:xfrm>
              <a:off x="3331850" y="4320196"/>
              <a:ext cx="20195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C) Surface smoothing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9425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ED8917-82F3-002D-AFB7-730A2D97F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3AED0A-33D5-655F-A701-0CFDFFEF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D40E189-F31F-2263-2C10-913CF2576F13}"/>
              </a:ext>
            </a:extLst>
          </p:cNvPr>
          <p:cNvGrpSpPr/>
          <p:nvPr/>
        </p:nvGrpSpPr>
        <p:grpSpPr>
          <a:xfrm>
            <a:off x="874473" y="3503359"/>
            <a:ext cx="5102562" cy="1672769"/>
            <a:chOff x="874473" y="3503359"/>
            <a:chExt cx="5102562" cy="1672769"/>
          </a:xfrm>
        </p:grpSpPr>
        <p:pic>
          <p:nvPicPr>
            <p:cNvPr id="19" name="Google Shape;2115;p51">
              <a:extLst>
                <a:ext uri="{FF2B5EF4-FFF2-40B4-BE49-F238E27FC236}">
                  <a16:creationId xmlns:a16="http://schemas.microsoft.com/office/drawing/2014/main" id="{2880AAC1-E57D-2981-139E-A2FCB8C1838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56702" y="3656713"/>
              <a:ext cx="4223018" cy="12190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" name="Google Shape;2116;p51">
              <a:extLst>
                <a:ext uri="{FF2B5EF4-FFF2-40B4-BE49-F238E27FC236}">
                  <a16:creationId xmlns:a16="http://schemas.microsoft.com/office/drawing/2014/main" id="{42A63CD0-E82E-DA98-B95E-6DBF905297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8113" y="4923121"/>
              <a:ext cx="4838639" cy="0"/>
            </a:xfrm>
            <a:prstGeom prst="straightConnector1">
              <a:avLst/>
            </a:prstGeom>
            <a:ln>
              <a:headEnd type="triangle" w="med" len="med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Google Shape;2119;p51">
                  <a:extLst>
                    <a:ext uri="{FF2B5EF4-FFF2-40B4-BE49-F238E27FC236}">
                      <a16:creationId xmlns:a16="http://schemas.microsoft.com/office/drawing/2014/main" id="{6145CF23-A338-78BF-26E9-D3C828D7A7C6}"/>
                    </a:ext>
                  </a:extLst>
                </p:cNvPr>
                <p:cNvSpPr txBox="1"/>
                <p:nvPr/>
              </p:nvSpPr>
              <p:spPr>
                <a:xfrm>
                  <a:off x="5412584" y="4699798"/>
                  <a:ext cx="564451" cy="284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0731" tIns="30731" rIns="30731" bIns="30731" anchor="t" anchorCtr="0">
                  <a:spAutoFit/>
                </a:bodyPr>
                <a:lstStyle/>
                <a:p>
                  <a:pPr>
                    <a:buClr>
                      <a:srgbClr val="000000"/>
                    </a:buClr>
                    <a:buSzPts val="659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+</m:t>
                        </m:r>
                        <m:r>
                          <a:rPr lang="en-US" sz="800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𝒛</m:t>
                        </m:r>
                      </m:oMath>
                    </m:oMathPara>
                  </a14:m>
                  <a:endParaRPr sz="800" b="1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>
            <p:sp>
              <p:nvSpPr>
                <p:cNvPr id="21" name="Google Shape;2119;p51">
                  <a:extLst>
                    <a:ext uri="{FF2B5EF4-FFF2-40B4-BE49-F238E27FC236}">
                      <a16:creationId xmlns:a16="http://schemas.microsoft.com/office/drawing/2014/main" id="{6145CF23-A338-78BF-26E9-D3C828D7A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2584" y="4699798"/>
                  <a:ext cx="564451" cy="2845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8F79906-EE2E-BAD1-3834-5D21BE1EB17A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 flipH="1">
              <a:off x="1156699" y="3620703"/>
              <a:ext cx="3" cy="127087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1847BBE-7F49-E591-4240-C66755762965}"/>
                </a:ext>
              </a:extLst>
            </p:cNvPr>
            <p:cNvCxnSpPr>
              <a:cxnSpLocks/>
            </p:cNvCxnSpPr>
            <p:nvPr/>
          </p:nvCxnSpPr>
          <p:spPr>
            <a:xfrm>
              <a:off x="5293301" y="3630910"/>
              <a:ext cx="9743" cy="129827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Google Shape;2119;p51">
                  <a:extLst>
                    <a:ext uri="{FF2B5EF4-FFF2-40B4-BE49-F238E27FC236}">
                      <a16:creationId xmlns:a16="http://schemas.microsoft.com/office/drawing/2014/main" id="{55FB2615-E5C9-62C2-D3E6-DC1590E401B0}"/>
                    </a:ext>
                  </a:extLst>
                </p:cNvPr>
                <p:cNvSpPr txBox="1"/>
                <p:nvPr/>
              </p:nvSpPr>
              <p:spPr>
                <a:xfrm>
                  <a:off x="5038416" y="4891578"/>
                  <a:ext cx="564451" cy="284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0731" tIns="30731" rIns="30731" bIns="30731" anchor="t" anchorCtr="0">
                  <a:spAutoFit/>
                </a:bodyPr>
                <a:lstStyle/>
                <a:p>
                  <a:pPr>
                    <a:buClr>
                      <a:srgbClr val="000000"/>
                    </a:buClr>
                    <a:buSzPts val="659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𝑧</m:t>
                            </m:r>
                          </m:e>
                          <m:sub>
                            <m: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sz="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>
            <p:sp>
              <p:nvSpPr>
                <p:cNvPr id="10" name="Google Shape;2119;p51">
                  <a:extLst>
                    <a:ext uri="{FF2B5EF4-FFF2-40B4-BE49-F238E27FC236}">
                      <a16:creationId xmlns:a16="http://schemas.microsoft.com/office/drawing/2014/main" id="{55FB2615-E5C9-62C2-D3E6-DC1590E401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8416" y="4891578"/>
                  <a:ext cx="564451" cy="2845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Google Shape;2119;p51">
                  <a:extLst>
                    <a:ext uri="{FF2B5EF4-FFF2-40B4-BE49-F238E27FC236}">
                      <a16:creationId xmlns:a16="http://schemas.microsoft.com/office/drawing/2014/main" id="{1DADEA13-39F1-4A27-0DBB-EC05F181D8A2}"/>
                    </a:ext>
                  </a:extLst>
                </p:cNvPr>
                <p:cNvSpPr txBox="1"/>
                <p:nvPr/>
              </p:nvSpPr>
              <p:spPr>
                <a:xfrm>
                  <a:off x="874473" y="4891578"/>
                  <a:ext cx="564451" cy="284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0731" tIns="30731" rIns="30731" bIns="30731" anchor="t" anchorCtr="0">
                  <a:spAutoFit/>
                </a:bodyPr>
                <a:lstStyle/>
                <a:p>
                  <a:pPr>
                    <a:buClr>
                      <a:srgbClr val="000000"/>
                    </a:buClr>
                    <a:buSzPts val="659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𝑧</m:t>
                            </m:r>
                          </m:e>
                          <m:sub>
                            <m: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sz="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>
            <p:sp>
              <p:nvSpPr>
                <p:cNvPr id="11" name="Google Shape;2119;p51">
                  <a:extLst>
                    <a:ext uri="{FF2B5EF4-FFF2-40B4-BE49-F238E27FC236}">
                      <a16:creationId xmlns:a16="http://schemas.microsoft.com/office/drawing/2014/main" id="{1DADEA13-39F1-4A27-0DBB-EC05F181D8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473" y="4891578"/>
                  <a:ext cx="564451" cy="2845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DEBBBF-08DD-20F0-8448-3AB087DC4885}"/>
                </a:ext>
              </a:extLst>
            </p:cNvPr>
            <p:cNvCxnSpPr>
              <a:cxnSpLocks/>
            </p:cNvCxnSpPr>
            <p:nvPr/>
          </p:nvCxnSpPr>
          <p:spPr>
            <a:xfrm>
              <a:off x="2957070" y="3620703"/>
              <a:ext cx="0" cy="132259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E4FB483-FBAC-C988-D039-471C70C3A791}"/>
                </a:ext>
              </a:extLst>
            </p:cNvPr>
            <p:cNvSpPr/>
            <p:nvPr/>
          </p:nvSpPr>
          <p:spPr>
            <a:xfrm>
              <a:off x="2898025" y="4358432"/>
              <a:ext cx="118084" cy="11808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B32A82F-B192-8599-4D9F-2A33D4CBE087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98" y="4010950"/>
              <a:ext cx="486365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triangle" w="sm" len="sm"/>
              <a:tailEnd type="none" w="sm" len="sm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Google Shape;2119;p51">
                  <a:extLst>
                    <a:ext uri="{FF2B5EF4-FFF2-40B4-BE49-F238E27FC236}">
                      <a16:creationId xmlns:a16="http://schemas.microsoft.com/office/drawing/2014/main" id="{4B885C36-04E5-AE31-8362-B0058D9F0F63}"/>
                    </a:ext>
                  </a:extLst>
                </p:cNvPr>
                <p:cNvSpPr txBox="1"/>
                <p:nvPr/>
              </p:nvSpPr>
              <p:spPr>
                <a:xfrm>
                  <a:off x="3268211" y="3522061"/>
                  <a:ext cx="564451" cy="2845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0731" tIns="30731" rIns="30731" bIns="30731" anchor="t" anchorCtr="0">
                  <a:spAutoFit/>
                </a:bodyPr>
                <a:lstStyle/>
                <a:p>
                  <a:pPr>
                    <a:buClr>
                      <a:srgbClr val="000000"/>
                    </a:buClr>
                    <a:buSzPts val="659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8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𝑙</m:t>
                            </m:r>
                          </m:e>
                          <m:sub>
                            <m: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𝑠𝑢𝑏</m:t>
                            </m:r>
                          </m:sub>
                        </m:sSub>
                      </m:oMath>
                    </m:oMathPara>
                  </a14:m>
                  <a:endParaRPr sz="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>
            <p:sp>
              <p:nvSpPr>
                <p:cNvPr id="17" name="Google Shape;2119;p51">
                  <a:extLst>
                    <a:ext uri="{FF2B5EF4-FFF2-40B4-BE49-F238E27FC236}">
                      <a16:creationId xmlns:a16="http://schemas.microsoft.com/office/drawing/2014/main" id="{4B885C36-04E5-AE31-8362-B0058D9F0F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8211" y="3522061"/>
                  <a:ext cx="564451" cy="28454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Google Shape;2119;p51">
                  <a:extLst>
                    <a:ext uri="{FF2B5EF4-FFF2-40B4-BE49-F238E27FC236}">
                      <a16:creationId xmlns:a16="http://schemas.microsoft.com/office/drawing/2014/main" id="{553D2E90-5451-D6B5-9AAA-A6B3E0B4EEBA}"/>
                    </a:ext>
                  </a:extLst>
                </p:cNvPr>
                <p:cNvSpPr txBox="1"/>
                <p:nvPr/>
              </p:nvSpPr>
              <p:spPr>
                <a:xfrm>
                  <a:off x="1478280" y="3904661"/>
                  <a:ext cx="988475" cy="2845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0731" tIns="30731" rIns="30731" bIns="30731" anchor="t" anchorCtr="0">
                  <a:spAutoFit/>
                </a:bodyPr>
                <a:lstStyle/>
                <a:p>
                  <a:pPr>
                    <a:buClr>
                      <a:srgbClr val="000000"/>
                    </a:buClr>
                    <a:buSzPts val="659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8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𝑙</m:t>
                            </m:r>
                          </m:e>
                          <m:sub>
                            <m: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𝑠𝑢𝑏</m:t>
                            </m:r>
                          </m:sub>
                        </m:sSub>
                        <m:r>
                          <a:rPr lang="en-US" sz="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∙</m:t>
                        </m:r>
                        <m:sSub>
                          <m:sSubPr>
                            <m:ctrlP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sz="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𝑎𝑥</m:t>
                            </m:r>
                          </m:sub>
                        </m:sSub>
                      </m:oMath>
                    </m:oMathPara>
                  </a14:m>
                  <a:endParaRPr sz="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>
            <p:sp>
              <p:nvSpPr>
                <p:cNvPr id="18" name="Google Shape;2119;p51">
                  <a:extLst>
                    <a:ext uri="{FF2B5EF4-FFF2-40B4-BE49-F238E27FC236}">
                      <a16:creationId xmlns:a16="http://schemas.microsoft.com/office/drawing/2014/main" id="{553D2E90-5451-D6B5-9AAA-A6B3E0B4EE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8280" y="3904661"/>
                  <a:ext cx="988475" cy="28454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A3F455B-955E-37C5-3F10-2AF1E59C25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3751" y="3749225"/>
              <a:ext cx="4788" cy="13085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E026929-0333-6BEC-7ACA-5F5ADDBF2E2E}"/>
                </a:ext>
              </a:extLst>
            </p:cNvPr>
            <p:cNvCxnSpPr>
              <a:cxnSpLocks/>
            </p:cNvCxnSpPr>
            <p:nvPr/>
          </p:nvCxnSpPr>
          <p:spPr>
            <a:xfrm>
              <a:off x="2795587" y="4820361"/>
              <a:ext cx="362951" cy="2458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9DC8D54-DE48-A35C-4995-3C8DE5FDA63B}"/>
                </a:ext>
              </a:extLst>
            </p:cNvPr>
            <p:cNvCxnSpPr>
              <a:cxnSpLocks/>
            </p:cNvCxnSpPr>
            <p:nvPr/>
          </p:nvCxnSpPr>
          <p:spPr>
            <a:xfrm>
              <a:off x="2795551" y="3503359"/>
              <a:ext cx="0" cy="2875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7780AF-A920-7E87-8AAC-41992A268CF5}"/>
                </a:ext>
              </a:extLst>
            </p:cNvPr>
            <p:cNvCxnSpPr>
              <a:cxnSpLocks/>
            </p:cNvCxnSpPr>
            <p:nvPr/>
          </p:nvCxnSpPr>
          <p:spPr>
            <a:xfrm>
              <a:off x="2795587" y="3503360"/>
              <a:ext cx="362951" cy="2458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425EE81-BEE4-1DBF-64F2-B9EFAB658107}"/>
                </a:ext>
              </a:extLst>
            </p:cNvPr>
            <p:cNvCxnSpPr>
              <a:cxnSpLocks/>
            </p:cNvCxnSpPr>
            <p:nvPr/>
          </p:nvCxnSpPr>
          <p:spPr>
            <a:xfrm>
              <a:off x="2797896" y="4752975"/>
              <a:ext cx="0" cy="673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49EC136-183A-EC8B-963B-DAFF07783649}"/>
                </a:ext>
              </a:extLst>
            </p:cNvPr>
            <p:cNvCxnSpPr>
              <a:cxnSpLocks/>
            </p:cNvCxnSpPr>
            <p:nvPr/>
          </p:nvCxnSpPr>
          <p:spPr>
            <a:xfrm>
              <a:off x="2795551" y="3790620"/>
              <a:ext cx="0" cy="96235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2A3F255-5A46-37D9-CD0D-F82FB9933C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6842" y="4014256"/>
              <a:ext cx="670225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triangle" w="sm" len="sm"/>
              <a:tailEnd type="none" w="sm" len="sm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388EB3B-8381-3CAA-67DA-541DAEDBED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98" y="3620703"/>
              <a:ext cx="2155621" cy="690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triangle" w="sm" len="sm"/>
              <a:tailEnd type="none" w="sm" len="sm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6A2BDE2-0106-47E3-41A7-A4AA0D349B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98094" y="3627604"/>
              <a:ext cx="1495207" cy="902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triangle" w="sm" len="sm"/>
              <a:tailEnd type="none" w="sm" len="sm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53"/>
          <p:cNvSpPr txBox="1">
            <a:spLocks noGrp="1"/>
          </p:cNvSpPr>
          <p:nvPr>
            <p:ph type="sldNum" idx="12"/>
          </p:nvPr>
        </p:nvSpPr>
        <p:spPr>
          <a:xfrm>
            <a:off x="6420962" y="6521600"/>
            <a:ext cx="411525" cy="29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68569" rIns="68569" bIns="68569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14</a:t>
            </a:fld>
            <a:endParaRPr/>
          </a:p>
        </p:txBody>
      </p:sp>
      <p:sp>
        <p:nvSpPr>
          <p:cNvPr id="2185" name="Google Shape;2185;p53"/>
          <p:cNvSpPr txBox="1">
            <a:spLocks noGrp="1"/>
          </p:cNvSpPr>
          <p:nvPr>
            <p:ph type="title"/>
          </p:nvPr>
        </p:nvSpPr>
        <p:spPr>
          <a:xfrm>
            <a:off x="233775" y="3024188"/>
            <a:ext cx="6390450" cy="4295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68569" rIns="68569" bIns="68569" rtlCol="0" anchor="ctr" anchorCtr="0">
            <a:normAutofit/>
          </a:bodyPr>
          <a:lstStyle/>
          <a:p>
            <a:r>
              <a:rPr lang="en-US" sz="165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Introduction &amp; Motivation</a:t>
            </a:r>
            <a:endParaRPr sz="165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86" name="Google Shape;2186;p53"/>
          <p:cNvSpPr/>
          <p:nvPr/>
        </p:nvSpPr>
        <p:spPr>
          <a:xfrm>
            <a:off x="0" y="3024188"/>
            <a:ext cx="6858000" cy="429525"/>
          </a:xfrm>
          <a:prstGeom prst="rect">
            <a:avLst/>
          </a:prstGeom>
          <a:solidFill>
            <a:srgbClr val="01438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53"/>
          <p:cNvSpPr txBox="1">
            <a:spLocks noGrp="1"/>
          </p:cNvSpPr>
          <p:nvPr>
            <p:ph type="title"/>
          </p:nvPr>
        </p:nvSpPr>
        <p:spPr>
          <a:xfrm>
            <a:off x="166294" y="3024188"/>
            <a:ext cx="6390450" cy="4295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68569" rIns="68569" bIns="68569" rtlCol="0" anchor="ctr" anchorCtr="0">
            <a:normAutofit/>
          </a:bodyPr>
          <a:lstStyle/>
          <a:p>
            <a:r>
              <a:rPr lang="en-US" sz="1650" b="1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Appendix B - CAD operation</a:t>
            </a:r>
            <a:endParaRPr sz="1200" b="1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4CCFCC-B093-C3BF-9157-3A332A5116D9}"/>
              </a:ext>
            </a:extLst>
          </p:cNvPr>
          <p:cNvGrpSpPr/>
          <p:nvPr/>
        </p:nvGrpSpPr>
        <p:grpSpPr>
          <a:xfrm>
            <a:off x="134156" y="3605145"/>
            <a:ext cx="6589688" cy="2809313"/>
            <a:chOff x="178875" y="769823"/>
            <a:chExt cx="8786250" cy="3745750"/>
          </a:xfrm>
        </p:grpSpPr>
        <p:sp>
          <p:nvSpPr>
            <p:cNvPr id="2182" name="Google Shape;2182;p53"/>
            <p:cNvSpPr/>
            <p:nvPr/>
          </p:nvSpPr>
          <p:spPr>
            <a:xfrm>
              <a:off x="178875" y="2528073"/>
              <a:ext cx="3715500" cy="1987500"/>
            </a:xfrm>
            <a:prstGeom prst="roundRect">
              <a:avLst>
                <a:gd name="adj" fmla="val 7282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53"/>
            <p:cNvSpPr/>
            <p:nvPr/>
          </p:nvSpPr>
          <p:spPr>
            <a:xfrm>
              <a:off x="178875" y="769823"/>
              <a:ext cx="3690900" cy="1700400"/>
            </a:xfrm>
            <a:prstGeom prst="roundRect">
              <a:avLst>
                <a:gd name="adj" fmla="val 7282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88" name="Google Shape;2188;p53"/>
            <p:cNvPicPr preferRelativeResize="0"/>
            <p:nvPr/>
          </p:nvPicPr>
          <p:blipFill rotWithShape="1">
            <a:blip r:embed="rId3">
              <a:alphaModFix/>
            </a:blip>
            <a:srcRect l="5891" t="14067"/>
            <a:stretch/>
          </p:blipFill>
          <p:spPr>
            <a:xfrm>
              <a:off x="324825" y="947898"/>
              <a:ext cx="3507901" cy="1482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9" name="Google Shape;2189;p53"/>
            <p:cNvPicPr preferRelativeResize="0"/>
            <p:nvPr/>
          </p:nvPicPr>
          <p:blipFill rotWithShape="1">
            <a:blip r:embed="rId4">
              <a:alphaModFix/>
            </a:blip>
            <a:srcRect l="7858" t="-5000" r="-1081" b="4999"/>
            <a:stretch/>
          </p:blipFill>
          <p:spPr>
            <a:xfrm>
              <a:off x="341438" y="2597723"/>
              <a:ext cx="3474675" cy="177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0" name="Google Shape;2190;p53"/>
            <p:cNvSpPr txBox="1"/>
            <p:nvPr/>
          </p:nvSpPr>
          <p:spPr>
            <a:xfrm>
              <a:off x="324826" y="799548"/>
              <a:ext cx="1398900" cy="249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338" tIns="39338" rIns="39338" bIns="3933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933"/>
              </a:pPr>
              <a:r>
                <a:rPr lang="en-US" sz="700" b="1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Seed Propagation</a:t>
              </a:r>
              <a:endParaRPr sz="872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53"/>
            <p:cNvSpPr txBox="1"/>
            <p:nvPr/>
          </p:nvSpPr>
          <p:spPr>
            <a:xfrm>
              <a:off x="387174" y="2647987"/>
              <a:ext cx="1398900" cy="249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338" tIns="39338" rIns="39338" bIns="3933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933"/>
              </a:pPr>
              <a:r>
                <a:rPr lang="en-US" sz="700" b="1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Smooth Surface</a:t>
              </a:r>
              <a:endParaRPr sz="872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92" name="Google Shape;2192;p5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077675" y="1104248"/>
              <a:ext cx="1411377" cy="1017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3" name="Google Shape;2193;p5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07479" y="1169296"/>
              <a:ext cx="1411376" cy="981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4" name="Google Shape;2194;p5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665146" y="2222451"/>
              <a:ext cx="1487246" cy="811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5" name="Google Shape;2195;p5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283827" y="1208250"/>
              <a:ext cx="1681298" cy="9263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6" name="Google Shape;2196;p5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354312" y="2134622"/>
              <a:ext cx="1610813" cy="9073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7" name="Google Shape;2197;p5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7431447" y="3132996"/>
              <a:ext cx="1310878" cy="1129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8" name="Google Shape;2198;p53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805626" y="3396528"/>
              <a:ext cx="1556757" cy="907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9" name="Google Shape;2199;p5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141969" y="2228394"/>
              <a:ext cx="1465510" cy="9819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0" name="Google Shape;2200;p5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097732" y="3486823"/>
              <a:ext cx="1638831" cy="7756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26D84-1AB5-3051-AAC1-56B4480D4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7" t="10161"/>
          <a:stretch>
            <a:fillRect/>
          </a:stretch>
        </p:blipFill>
        <p:spPr>
          <a:xfrm>
            <a:off x="673121" y="998404"/>
            <a:ext cx="5232379" cy="2787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EC95FD-1BC7-4D79-CA2F-F70F97E5D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01" y="4298161"/>
            <a:ext cx="7377053" cy="20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38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F2AAC8-AAFA-1B94-E4BB-FAD569BF7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B86F28-BE63-E6EB-0EA3-B769E158C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5" y="979601"/>
            <a:ext cx="4730750" cy="22876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64E9E6-CBBF-2969-7DCC-87C6EEAE0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3248160"/>
            <a:ext cx="4514850" cy="21025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C1C34B-8A18-2F80-8512-2E14CD831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5461604"/>
            <a:ext cx="4445000" cy="194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60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20876</TotalTime>
  <Words>749</Words>
  <Application>Microsoft Office PowerPoint</Application>
  <PresentationFormat>A4 Paper (210x297 mm)</PresentationFormat>
  <Paragraphs>274</Paragraphs>
  <Slides>16</Slides>
  <Notes>13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Cambria Math</vt:lpstr>
      <vt:lpstr>Manrope</vt:lpstr>
      <vt:lpstr>Times New Roman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&amp; Motivation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김세혁</cp:lastModifiedBy>
  <cp:revision>176</cp:revision>
  <dcterms:created xsi:type="dcterms:W3CDTF">2026-04-09T03:36:09Z</dcterms:created>
  <dcterms:modified xsi:type="dcterms:W3CDTF">2026-06-08T08:12:40Z</dcterms:modified>
</cp:coreProperties>
</file>